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63" r:id="rId3"/>
  </p:sldMasterIdLst>
  <p:notesMasterIdLst>
    <p:notesMasterId r:id="rId106"/>
  </p:notesMasterIdLst>
  <p:sldIdLst/>
  <p:sldSz cx="9144000" cy="5143500" type="screen16x9"/>
  <p:notesSz cx="6858000" cy="9144000"/>
  <p:embeddedFontLst>
    <p:embeddedFont>
      <p:font typeface="Barlow" panose="00000500000000000000" pitchFamily="2" charset="0"/>
      <p:regular r:id="rId107"/>
      <p:bold r:id="rId108"/>
      <p:italic r:id="rId109"/>
      <p:boldItalic r:id="rId110"/>
    </p:embeddedFont>
    <p:embeddedFont>
      <p:font typeface="Barlow Medium" panose="00000600000000000000" pitchFamily="2" charset="0"/>
      <p:regular r:id="rId111"/>
      <p:italic r:id="rId112"/>
    </p:embeddedFont>
    <p:embeddedFont>
      <p:font typeface="Barlow Regular" panose="00000500000000000000" pitchFamily="2" charset="0"/>
      <p:regular r:id="rId113"/>
      <p:bold r:id="rId114"/>
      <p:italic r:id="rId115"/>
      <p:boldItalic r:id="rId116"/>
    </p:embeddedFont>
    <p:embeddedFont>
      <p:font typeface="Barlow SemiBold" panose="00000700000000000000" pitchFamily="2" charset="0"/>
      <p:regular r:id="rId117"/>
      <p:bold r:id="rId118"/>
      <p:italic r:id="rId119"/>
      <p:boldItalic r:id="rId120"/>
    </p:embeddedFont>
    <p:embeddedFont>
      <p:font typeface="Lexend" panose="020B0604020202020204" charset="0"/>
      <p:regular r:id="rId121"/>
      <p:bold r:id="rId122"/>
      <p:italic r:id="rId123"/>
      <p:boldItalic r:id="rId124"/>
    </p:embeddedFont>
    <p:embeddedFont>
      <p:font typeface="Lexend SemiBold" panose="020B0604020202020204" charset="0"/>
      <p:regular r:id="rId125"/>
      <p:bold r:id="rId126"/>
      <p:italic r:id="rId127"/>
      <p:boldItalic r:id="rId128"/>
    </p:embeddedFont>
    <p:embeddedFont>
      <p:font typeface="Open Sans" panose="020B0606030504020204" pitchFamily="34" charset="0"/>
      <p:regular r:id="rId129"/>
      <p:bold r:id="rId130"/>
      <p:italic r:id="rId131"/>
      <p:boldItalic r:id="rId132"/>
    </p:embeddedFont>
  </p:embeddedFontLst>
  <p:defaultTextStyle>
    <a:defPPr>
      <a:defRPr lang="en-US"/>
    </a:defPPr>
    <a:lvl1pPr algn="l">
      <a:spcBef>
        <a:spcPts val="0"/>
      </a:spcBef>
      <a:spcAft>
        <a:spcPts val="0"/>
      </a:spcAft>
      <a:defRPr sz="1400">
        <a:solidFill>
          <a:srgbClr val="000000"/>
        </a:solidFill>
        <a:latin typeface="Arial"/>
        <a:ea typeface="+mn-ea"/>
        <a:cs typeface="Arial"/>
      </a:defRPr>
    </a:lvl1pPr>
    <a:lvl2pPr marL="457200" algn="l">
      <a:spcBef>
        <a:spcPts val="0"/>
      </a:spcBef>
      <a:spcAft>
        <a:spcPts val="0"/>
      </a:spcAft>
      <a:defRPr sz="1400">
        <a:solidFill>
          <a:srgbClr val="000000"/>
        </a:solidFill>
        <a:latin typeface="Arial"/>
        <a:ea typeface="+mn-ea"/>
        <a:cs typeface="Arial"/>
      </a:defRPr>
    </a:lvl2pPr>
    <a:lvl3pPr marL="914400" algn="l">
      <a:spcBef>
        <a:spcPts val="0"/>
      </a:spcBef>
      <a:spcAft>
        <a:spcPts val="0"/>
      </a:spcAft>
      <a:defRPr sz="1400">
        <a:solidFill>
          <a:srgbClr val="000000"/>
        </a:solidFill>
        <a:latin typeface="Arial"/>
        <a:ea typeface="+mn-ea"/>
        <a:cs typeface="Arial"/>
      </a:defRPr>
    </a:lvl3pPr>
    <a:lvl4pPr marL="1371600" algn="l">
      <a:spcBef>
        <a:spcPts val="0"/>
      </a:spcBef>
      <a:spcAft>
        <a:spcPts val="0"/>
      </a:spcAft>
      <a:defRPr sz="1400">
        <a:solidFill>
          <a:srgbClr val="000000"/>
        </a:solidFill>
        <a:latin typeface="Arial"/>
        <a:ea typeface="+mn-ea"/>
        <a:cs typeface="Arial"/>
      </a:defRPr>
    </a:lvl4pPr>
    <a:lvl5pPr marL="1828800" algn="l">
      <a:spcBef>
        <a:spcPts val="0"/>
      </a:spcBef>
      <a:spcAft>
        <a:spcPts val="0"/>
      </a:spcAft>
      <a:defRPr sz="1400">
        <a:solidFill>
          <a:srgbClr val="000000"/>
        </a:solidFill>
        <a:latin typeface="Arial"/>
        <a:ea typeface="+mn-ea"/>
        <a:cs typeface="Arial"/>
      </a:defRPr>
    </a:lvl5pPr>
    <a:lvl6pPr marL="2286000" algn="l" defTabSz="914400">
      <a:defRPr sz="1400">
        <a:solidFill>
          <a:srgbClr val="000000"/>
        </a:solidFill>
        <a:latin typeface="Arial"/>
        <a:ea typeface="+mn-ea"/>
        <a:cs typeface="Arial"/>
      </a:defRPr>
    </a:lvl6pPr>
    <a:lvl7pPr marL="2743200" algn="l" defTabSz="914400">
      <a:defRPr sz="1400">
        <a:solidFill>
          <a:srgbClr val="000000"/>
        </a:solidFill>
        <a:latin typeface="Arial"/>
        <a:ea typeface="+mn-ea"/>
        <a:cs typeface="Arial"/>
      </a:defRPr>
    </a:lvl7pPr>
    <a:lvl8pPr marL="3200400" algn="l" defTabSz="914400">
      <a:defRPr sz="1400">
        <a:solidFill>
          <a:srgbClr val="000000"/>
        </a:solidFill>
        <a:latin typeface="Arial"/>
        <a:ea typeface="+mn-ea"/>
        <a:cs typeface="Arial"/>
      </a:defRPr>
    </a:lvl8pPr>
    <a:lvl9pPr marL="3657600" algn="l" defTabSz="914400">
      <a:defRPr sz="1400">
        <a:solidFill>
          <a:srgbClr val="000000"/>
        </a:solidFill>
        <a:latin typeface="Arial"/>
        <a:ea typeface="+mn-ea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49E2"/>
    <a:srgbClr val="EDE0FF"/>
    <a:srgbClr val="E6DA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043A97-6CFE-21DD-C11D-C94A19494639}" v="2" dt="2024-12-09T23:32:52.0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4071"/>
    <p:restoredTop sz="94751"/>
  </p:normalViewPr>
  <p:slideViewPr>
    <p:cSldViewPr snapToGrid="0">
      <p:cViewPr>
        <p:scale>
          <a:sx n="400" d="100"/>
          <a:sy n="400" d="100"/>
        </p:scale>
        <p:origin x="544" y="664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5" d="100"/>
        <a:sy n="13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106" Type="http://schemas.openxmlformats.org/officeDocument/2006/relationships/notesMaster" Target="notesMasters/notesMaster1.xml"/><Relationship Id="rId107" Type="http://schemas.openxmlformats.org/officeDocument/2006/relationships/font" Target="fonts/font1.fntdata"/><Relationship Id="rId108" Type="http://schemas.openxmlformats.org/officeDocument/2006/relationships/font" Target="fonts/font2.fntdata"/><Relationship Id="rId109" Type="http://schemas.openxmlformats.org/officeDocument/2006/relationships/font" Target="fonts/font3.fntdata"/><Relationship Id="rId110" Type="http://schemas.openxmlformats.org/officeDocument/2006/relationships/font" Target="fonts/font4.fntdata"/><Relationship Id="rId111" Type="http://schemas.openxmlformats.org/officeDocument/2006/relationships/font" Target="fonts/font5.fntdata"/><Relationship Id="rId112" Type="http://schemas.openxmlformats.org/officeDocument/2006/relationships/font" Target="fonts/font6.fntdata"/><Relationship Id="rId113" Type="http://schemas.openxmlformats.org/officeDocument/2006/relationships/font" Target="fonts/font7.fntdata"/><Relationship Id="rId114" Type="http://schemas.openxmlformats.org/officeDocument/2006/relationships/font" Target="fonts/font8.fntdata"/><Relationship Id="rId115" Type="http://schemas.openxmlformats.org/officeDocument/2006/relationships/font" Target="fonts/font9.fntdata"/><Relationship Id="rId116" Type="http://schemas.openxmlformats.org/officeDocument/2006/relationships/font" Target="fonts/font10.fntdata"/><Relationship Id="rId117" Type="http://schemas.openxmlformats.org/officeDocument/2006/relationships/font" Target="fonts/font11.fntdata"/><Relationship Id="rId118" Type="http://schemas.openxmlformats.org/officeDocument/2006/relationships/font" Target="fonts/font12.fntdata"/><Relationship Id="rId119" Type="http://schemas.openxmlformats.org/officeDocument/2006/relationships/font" Target="fonts/font13.fntdata"/><Relationship Id="rId120" Type="http://schemas.openxmlformats.org/officeDocument/2006/relationships/font" Target="fonts/font14.fntdata"/><Relationship Id="rId121" Type="http://schemas.openxmlformats.org/officeDocument/2006/relationships/font" Target="fonts/font15.fntdata"/><Relationship Id="rId122" Type="http://schemas.openxmlformats.org/officeDocument/2006/relationships/font" Target="fonts/font16.fntdata"/><Relationship Id="rId123" Type="http://schemas.openxmlformats.org/officeDocument/2006/relationships/font" Target="fonts/font17.fntdata"/><Relationship Id="rId124" Type="http://schemas.openxmlformats.org/officeDocument/2006/relationships/font" Target="fonts/font18.fntdata"/><Relationship Id="rId125" Type="http://schemas.openxmlformats.org/officeDocument/2006/relationships/font" Target="fonts/font19.fntdata"/><Relationship Id="rId126" Type="http://schemas.openxmlformats.org/officeDocument/2006/relationships/font" Target="fonts/font20.fntdata"/><Relationship Id="rId127" Type="http://schemas.openxmlformats.org/officeDocument/2006/relationships/font" Target="fonts/font21.fntdata"/><Relationship Id="rId128" Type="http://schemas.openxmlformats.org/officeDocument/2006/relationships/font" Target="fonts/font22.fntdata"/><Relationship Id="rId129" Type="http://schemas.openxmlformats.org/officeDocument/2006/relationships/font" Target="fonts/font23.fntdata"/><Relationship Id="rId130" Type="http://schemas.openxmlformats.org/officeDocument/2006/relationships/font" Target="fonts/font24.fntdata"/><Relationship Id="rId131" Type="http://schemas.openxmlformats.org/officeDocument/2006/relationships/font" Target="fonts/font25.fntdata"/><Relationship Id="rId132" Type="http://schemas.openxmlformats.org/officeDocument/2006/relationships/font" Target="fonts/font26.fntdata"/><Relationship Id="rId133" Type="http://schemas.openxmlformats.org/officeDocument/2006/relationships/presProps" Target="presProps.xml"/><Relationship Id="rId134" Type="http://schemas.openxmlformats.org/officeDocument/2006/relationships/viewProps" Target="viewProps.xml"/><Relationship Id="rId135" Type="http://schemas.openxmlformats.org/officeDocument/2006/relationships/theme" Target="theme/theme1.xml"/><Relationship Id="rId136" Type="http://schemas.openxmlformats.org/officeDocument/2006/relationships/tableStyles" Target="tableStyles.xml"/><Relationship Id="rId137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4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6096000 w 120000"/>
              <a:gd name="T3" fmla="*/ 0 h 120000"/>
              <a:gd name="T4" fmla="*/ 6096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15" name="Google Shape;4;n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L="457200" indent="-298450" algn="l">
      <a:spcBef>
        <a:spcPts val="0"/>
      </a:spcBef>
      <a:spcAft>
        <a:spcPts val="0"/>
      </a:spcAft>
      <a:buClr>
        <a:srgbClr val="000000"/>
      </a:buClr>
      <a:buFont typeface="Arial"/>
      <a:defRPr sz="1400">
        <a:solidFill>
          <a:srgbClr val="000000"/>
        </a:solidFill>
        <a:latin typeface="Arial"/>
        <a:ea typeface="Arial"/>
        <a:cs typeface="Arial"/>
      </a:defRPr>
    </a:lvl1pPr>
    <a:lvl2pPr marL="914400" lvl="1" indent="-298450" algn="l">
      <a:spcBef>
        <a:spcPts val="0"/>
      </a:spcBef>
      <a:spcAft>
        <a:spcPts val="0"/>
      </a:spcAft>
      <a:buClr>
        <a:srgbClr val="000000"/>
      </a:buClr>
      <a:buFont typeface="Arial"/>
      <a:defRPr sz="1400">
        <a:solidFill>
          <a:srgbClr val="000000"/>
        </a:solidFill>
        <a:latin typeface="Arial"/>
        <a:ea typeface="Arial"/>
        <a:cs typeface="Arial"/>
      </a:defRPr>
    </a:lvl2pPr>
    <a:lvl3pPr marL="1371600" lvl="2" indent="-298450" algn="l">
      <a:spcBef>
        <a:spcPts val="0"/>
      </a:spcBef>
      <a:spcAft>
        <a:spcPts val="0"/>
      </a:spcAft>
      <a:buClr>
        <a:srgbClr val="000000"/>
      </a:buClr>
      <a:buFont typeface="Arial"/>
      <a:defRPr sz="1400">
        <a:solidFill>
          <a:srgbClr val="000000"/>
        </a:solidFill>
        <a:latin typeface="Arial"/>
        <a:ea typeface="Arial"/>
        <a:cs typeface="Arial"/>
      </a:defRPr>
    </a:lvl3pPr>
    <a:lvl4pPr marL="1828800" lvl="3" indent="-298450" algn="l">
      <a:spcBef>
        <a:spcPts val="0"/>
      </a:spcBef>
      <a:spcAft>
        <a:spcPts val="0"/>
      </a:spcAft>
      <a:buClr>
        <a:srgbClr val="000000"/>
      </a:buClr>
      <a:buFont typeface="Arial"/>
      <a:defRPr sz="1400">
        <a:solidFill>
          <a:srgbClr val="000000"/>
        </a:solidFill>
        <a:latin typeface="Arial"/>
        <a:ea typeface="Arial"/>
        <a:cs typeface="Arial"/>
      </a:defRPr>
    </a:lvl4pPr>
    <a:lvl5pPr marL="2286000" lvl="4" indent="-298450" algn="l">
      <a:spcBef>
        <a:spcPts val="0"/>
      </a:spcBef>
      <a:spcAft>
        <a:spcPts val="0"/>
      </a:spcAft>
      <a:buClr>
        <a:srgbClr val="000000"/>
      </a:buClr>
      <a:buFont typeface="Arial"/>
      <a:defRPr sz="1400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slide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C0173E-4408-49E0-AAC5-CE102EE4279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body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244D6B-6397-4D43-91C3-7216B665C12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two columns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 bwMode="auto">
          <a:xfrm>
            <a:off x="4832399" y="1152475"/>
            <a:ext cx="3999900" cy="3416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2D9AE-5CF9-4379-A178-9AF2AC1C74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only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D638FF-3024-45CC-A00A-D4699D68EDE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One column text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B23C4-6ABA-48EF-B70C-F35B860DABC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Main point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758FEA-3883-432B-9D30-FFD186E276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title and description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Google Shape;36;p9"/>
          <p:cNvSpPr>
            <a:spLocks noChangeArrowheads="1"/>
          </p:cNvSpPr>
          <p:nvPr/>
        </p:nvSpPr>
        <p:spPr bwMode="auto"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/>
              <a:defRPr sz="1400">
                <a:solidFill>
                  <a:srgbClr val="000000"/>
                </a:solidFill>
                <a:latin typeface="Arial"/>
                <a:cs typeface="Arial"/>
              </a:defRPr>
            </a:lvl1pPr>
            <a:lvl2pPr marL="742950" indent="-285750">
              <a:buClr>
                <a:srgbClr val="000000"/>
              </a:buClr>
              <a:buFont typeface="Arial"/>
              <a:defRPr sz="1400">
                <a:solidFill>
                  <a:srgbClr val="000000"/>
                </a:solidFill>
                <a:latin typeface="Arial"/>
                <a:cs typeface="Arial"/>
              </a:defRPr>
            </a:lvl2pPr>
            <a:lvl3pPr marL="1143000" indent="-228600">
              <a:buClr>
                <a:srgbClr val="000000"/>
              </a:buClr>
              <a:buFont typeface="Arial"/>
              <a:defRPr sz="1400">
                <a:solidFill>
                  <a:srgbClr val="000000"/>
                </a:solidFill>
                <a:latin typeface="Arial"/>
                <a:cs typeface="Arial"/>
              </a:defRPr>
            </a:lvl3pPr>
            <a:lvl4pPr marL="1600200" indent="-228600">
              <a:buClr>
                <a:srgbClr val="000000"/>
              </a:buClr>
              <a:buFont typeface="Arial"/>
              <a:defRPr sz="1400">
                <a:solidFill>
                  <a:srgbClr val="000000"/>
                </a:solidFill>
                <a:latin typeface="Arial"/>
                <a:cs typeface="Arial"/>
              </a:defRPr>
            </a:lvl4pPr>
            <a:lvl5pPr marL="2057400" indent="-228600">
              <a:buClr>
                <a:srgbClr val="000000"/>
              </a:buClr>
              <a:buFont typeface="Arial"/>
              <a:defRPr sz="1400">
                <a:solidFill>
                  <a:srgbClr val="000000"/>
                </a:solidFill>
                <a:latin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>
                <a:solidFill>
                  <a:srgbClr val="000000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>
                <a:solidFill>
                  <a:srgbClr val="000000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>
                <a:solidFill>
                  <a:srgbClr val="000000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>
                <a:solidFill>
                  <a:srgbClr val="000000"/>
                </a:solidFill>
                <a:latin typeface="Arial"/>
                <a:cs typeface="Arial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 bwMode="auto">
          <a:xfrm>
            <a:off x="265500" y="2803075"/>
            <a:ext cx="4045199" cy="1235099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 bwMode="auto"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" name="Google Shape;40;p9"/>
          <p:cNvSpPr txBox="1">
            <a:spLocks noGrp="1" noChangeArrowheads="1"/>
          </p:cNvSpPr>
          <p:nvPr>
            <p:ph type="sldNum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8425E1FF-FFFA-49FF-9991-92104F264D8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aption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31A5A-8552-4C5F-A116-CB48E209AC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ig number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 bwMode="auto"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 bwMode="auto"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037FA-3518-42BA-9543-EEA1A845FF8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1ACDFB-653C-4EF0-B74E-2888B6AC734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628652" y="273843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3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3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3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3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3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34289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3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68578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3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10286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3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137156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3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628652" y="1369219"/>
            <a:ext cx="7886699" cy="326350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171446" indent="-38099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Char char="•"/>
              <a:defRPr sz="2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514337" indent="-5714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Char char="•"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857228" indent="-7619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Char char="•"/>
              <a:defRPr sz="15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200120" indent="-8572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Char char="•"/>
              <a:defRPr sz="135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1543012" indent="-8572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Char char="•"/>
              <a:defRPr sz="135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1885903" indent="-85723" algn="l" rtl="0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Font typeface="Arial" panose="020B0604020202020204"/>
              <a:buChar char="•"/>
              <a:defRPr sz="135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228795" indent="-85723" algn="l" rtl="0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Font typeface="Arial" panose="020B0604020202020204"/>
              <a:buChar char="•"/>
              <a:defRPr sz="135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2571686" indent="-85723" algn="l" rtl="0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Font typeface="Arial" panose="020B0604020202020204"/>
              <a:buChar char="•"/>
              <a:defRPr sz="135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2914577" indent="-85723" algn="l" rtl="0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Font typeface="Arial" panose="020B0604020202020204"/>
              <a:buChar char="•"/>
              <a:defRPr sz="135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dt" idx="10"/>
          </p:nvPr>
        </p:nvSpPr>
        <p:spPr>
          <a:xfrm>
            <a:off x="628652" y="4767264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 sz="900" b="0" i="0" u="none" strike="noStrike" cap="none" baseline="0">
                <a:solidFill>
                  <a:srgbClr val="898989"/>
                </a:solidFill>
              </a:defRPr>
            </a:lvl1pPr>
            <a:lvl2pPr marL="0" marR="0" indent="0" algn="l" rtl="0">
              <a:spcBef>
                <a:spcPts val="0"/>
              </a:spcBef>
              <a:defRPr/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342892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685783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028675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1371566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1714457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057348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2400240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2743132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IN"/>
              <a:t>Proprietary &amp; Confidential</a:t>
            </a:r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6457952" y="4767264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ct val="25000"/>
            </a:pPr>
            <a:fld id="{00000000-1234-1234-1234-123412341234}" type="slidenum">
              <a:rPr lang="en-US" sz="900" smtClean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algn="r">
                <a:buClr>
                  <a:srgbClr val="898989"/>
                </a:buClr>
                <a:buSzPct val="25000"/>
              </a:pPr>
              <a:t>‹#›</a:t>
            </a:fld>
            <a:endParaRPr lang="en-US" sz="900" dirty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55995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686100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0324913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" name="Google Shape;6;p1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11150" y="444500"/>
            <a:ext cx="8521700" cy="5730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endParaRPr lang="en-US"/>
          </a:p>
        </p:txBody>
      </p:sp>
      <p:sp>
        <p:nvSpPr>
          <p:cNvPr id="1027" name="Google Shape;7;p1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endParaRPr lang="en-US"/>
          </a:p>
        </p:txBody>
      </p:sp>
      <p:sp>
        <p:nvSpPr>
          <p:cNvPr id="1028" name="Google Shape;8;p1"/>
          <p:cNvSpPr txBox="1">
            <a:spLocks noGrp="1" noChangeArrowheads="1"/>
          </p:cNvSpPr>
          <p:nvPr>
            <p:ph type="sldNum" idx="12"/>
          </p:nvPr>
        </p:nvSpPr>
        <p:spPr bwMode="auto">
          <a:xfrm>
            <a:off x="8472488" y="4662488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r">
              <a:buClr>
                <a:srgbClr val="000000"/>
              </a:buClr>
              <a:buFont typeface="Arial"/>
              <a:buNone/>
              <a:defRPr sz="1000">
                <a:solidFill>
                  <a:srgbClr val="595959"/>
                </a:solidFill>
              </a:defRPr>
            </a:lvl1pPr>
          </a:lstStyle>
          <a:p>
            <a:pPr>
              <a:defRPr/>
            </a:pPr>
            <a:fld id="{64A97A3D-24EA-4873-B8F2-644D890BB2B6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algn="l" eaLnBrk="1" hangingPunct="1">
        <a:spcBef>
          <a:spcPts val="0"/>
        </a:spcBef>
        <a:spcAft>
          <a:spcPts val="0"/>
        </a:spcAft>
        <a:buClr>
          <a:srgbClr val="000000"/>
        </a:buClr>
        <a:buFont typeface="Arial"/>
        <a:defRPr sz="1400">
          <a:solidFill>
            <a:srgbClr val="000000"/>
          </a:solidFill>
          <a:latin typeface="Arial"/>
          <a:ea typeface="Arial"/>
          <a:cs typeface="Arial"/>
        </a:defRPr>
      </a:lvl1pPr>
      <a:lvl2pPr lvl="1" algn="l" eaLnBrk="1" hangingPunct="1">
        <a:spcBef>
          <a:spcPts val="0"/>
        </a:spcBef>
        <a:spcAft>
          <a:spcPts val="0"/>
        </a:spcAft>
        <a:buClr>
          <a:srgbClr val="000000"/>
        </a:buClr>
        <a:buFont typeface="Arial"/>
        <a:defRPr sz="1400">
          <a:solidFill>
            <a:srgbClr val="000000"/>
          </a:solidFill>
          <a:latin typeface="Arial"/>
          <a:ea typeface="Arial"/>
          <a:cs typeface="Arial"/>
        </a:defRPr>
      </a:lvl2pPr>
      <a:lvl3pPr lvl="2" algn="l" eaLnBrk="1" hangingPunct="1">
        <a:spcBef>
          <a:spcPts val="0"/>
        </a:spcBef>
        <a:spcAft>
          <a:spcPts val="0"/>
        </a:spcAft>
        <a:buClr>
          <a:srgbClr val="000000"/>
        </a:buClr>
        <a:buFont typeface="Arial"/>
        <a:defRPr sz="1400">
          <a:solidFill>
            <a:srgbClr val="000000"/>
          </a:solidFill>
          <a:latin typeface="Arial"/>
          <a:ea typeface="Arial"/>
          <a:cs typeface="Arial"/>
        </a:defRPr>
      </a:lvl3pPr>
      <a:lvl4pPr lvl="3" algn="l" eaLnBrk="1" hangingPunct="1">
        <a:spcBef>
          <a:spcPts val="0"/>
        </a:spcBef>
        <a:spcAft>
          <a:spcPts val="0"/>
        </a:spcAft>
        <a:buClr>
          <a:srgbClr val="000000"/>
        </a:buClr>
        <a:buFont typeface="Arial"/>
        <a:defRPr sz="1400">
          <a:solidFill>
            <a:srgbClr val="000000"/>
          </a:solidFill>
          <a:latin typeface="Arial"/>
          <a:ea typeface="Arial"/>
          <a:cs typeface="Arial"/>
        </a:defRPr>
      </a:lvl4pPr>
      <a:lvl5pPr lvl="4" algn="l" eaLnBrk="1" hangingPunct="1">
        <a:spcBef>
          <a:spcPts val="0"/>
        </a:spcBef>
        <a:spcAft>
          <a:spcPts val="0"/>
        </a:spcAft>
        <a:buClr>
          <a:srgbClr val="000000"/>
        </a:buClr>
        <a:buFont typeface="Arial"/>
        <a:defRPr sz="140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algn="l" eaLnBrk="1" hangingPunct="1">
        <a:spcBef>
          <a:spcPts val="0"/>
        </a:spcBef>
        <a:spcAft>
          <a:spcPts val="0"/>
        </a:spcAft>
        <a:buClr>
          <a:srgbClr val="000000"/>
        </a:buClr>
        <a:buFont typeface="Arial"/>
        <a:defRPr sz="1400">
          <a:solidFill>
            <a:srgbClr val="000000"/>
          </a:solidFill>
          <a:latin typeface="Arial"/>
          <a:ea typeface="Arial"/>
          <a:cs typeface="Arial"/>
        </a:defRPr>
      </a:lvl1pPr>
      <a:lvl2pPr lvl="1" algn="l" eaLnBrk="1" hangingPunct="1">
        <a:spcBef>
          <a:spcPts val="0"/>
        </a:spcBef>
        <a:spcAft>
          <a:spcPts val="0"/>
        </a:spcAft>
        <a:buClr>
          <a:srgbClr val="000000"/>
        </a:buClr>
        <a:buFont typeface="Arial"/>
        <a:defRPr sz="1400">
          <a:solidFill>
            <a:srgbClr val="000000"/>
          </a:solidFill>
          <a:latin typeface="Arial"/>
          <a:ea typeface="Arial"/>
          <a:cs typeface="Arial"/>
        </a:defRPr>
      </a:lvl2pPr>
      <a:lvl3pPr lvl="2" algn="l" eaLnBrk="1" hangingPunct="1">
        <a:spcBef>
          <a:spcPts val="0"/>
        </a:spcBef>
        <a:spcAft>
          <a:spcPts val="0"/>
        </a:spcAft>
        <a:buClr>
          <a:srgbClr val="000000"/>
        </a:buClr>
        <a:buFont typeface="Arial"/>
        <a:defRPr sz="1400">
          <a:solidFill>
            <a:srgbClr val="000000"/>
          </a:solidFill>
          <a:latin typeface="Arial"/>
          <a:ea typeface="Arial"/>
          <a:cs typeface="Arial"/>
        </a:defRPr>
      </a:lvl3pPr>
      <a:lvl4pPr lvl="3" algn="l" eaLnBrk="1" hangingPunct="1">
        <a:spcBef>
          <a:spcPts val="0"/>
        </a:spcBef>
        <a:spcAft>
          <a:spcPts val="0"/>
        </a:spcAft>
        <a:buClr>
          <a:srgbClr val="000000"/>
        </a:buClr>
        <a:buFont typeface="Arial"/>
        <a:defRPr sz="1400">
          <a:solidFill>
            <a:srgbClr val="000000"/>
          </a:solidFill>
          <a:latin typeface="Arial"/>
          <a:ea typeface="Arial"/>
          <a:cs typeface="Arial"/>
        </a:defRPr>
      </a:lvl4pPr>
      <a:lvl5pPr lvl="4" algn="l" eaLnBrk="1" hangingPunct="1">
        <a:spcBef>
          <a:spcPts val="0"/>
        </a:spcBef>
        <a:spcAft>
          <a:spcPts val="0"/>
        </a:spcAft>
        <a:buClr>
          <a:srgbClr val="000000"/>
        </a:buClr>
        <a:buFont typeface="Arial"/>
        <a:defRPr sz="140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628652" y="273843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457200" marR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914400" marR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1371600" marR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1828800" marR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28652" y="1369219"/>
            <a:ext cx="7886699" cy="326350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Char char="•"/>
              <a:defRPr sz="28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Char char="•"/>
              <a:defRPr sz="24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Char char="•"/>
              <a:defRPr sz="18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Char char="•"/>
              <a:defRPr sz="18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 panose="020B0604020202020204"/>
              <a:buChar char="•"/>
              <a:defRPr sz="18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 panose="020B0604020202020204"/>
              <a:buChar char="•"/>
              <a:defRPr sz="18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 panose="020B0604020202020204"/>
              <a:buChar char="•"/>
              <a:defRPr sz="18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 panose="020B0604020202020204"/>
              <a:buChar char="•"/>
              <a:defRPr sz="180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dt" idx="10"/>
          </p:nvPr>
        </p:nvSpPr>
        <p:spPr>
          <a:xfrm>
            <a:off x="628652" y="4767264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 sz="900" b="0" i="0" u="none" strike="noStrike" cap="none" baseline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342892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685783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028675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1371566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1714457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057348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2400240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2743132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342892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685783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028675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1371566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1714457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057348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2400240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2743132" marR="0" indent="0" algn="l" rtl="0">
              <a:spcBef>
                <a:spcPts val="0"/>
              </a:spcBef>
              <a:defRPr sz="1350" b="0" i="0" u="none" strike="noStrike" cap="none" baseline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IN"/>
              <a:t>Proprietary &amp; Confidential</a:t>
            </a:r>
          </a:p>
        </p:txBody>
      </p:sp>
      <p:sp>
        <p:nvSpPr>
          <p:cNvPr id="9" name="Shape 9"/>
          <p:cNvSpPr txBox="1">
            <a:spLocks noGrp="1"/>
          </p:cNvSpPr>
          <p:nvPr>
            <p:ph type="sldNum" idx="12"/>
          </p:nvPr>
        </p:nvSpPr>
        <p:spPr>
          <a:xfrm>
            <a:off x="6457952" y="4767264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ct val="25000"/>
            </a:pPr>
            <a:fld id="{00000000-1234-1234-1234-123412341234}" type="slidenum">
              <a:rPr lang="en-US" sz="900" smtClean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algn="r">
                <a:buClr>
                  <a:srgbClr val="898989"/>
                </a:buClr>
                <a:buSzPct val="25000"/>
              </a:pPr>
              <a:t>‹#›</a:t>
            </a:fld>
            <a:endParaRPr lang="en-US" sz="90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4881143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hd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788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  <a:rtl val="0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11700" y="445026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972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ransition spd="med"/>
  <p:txStyles>
    <p:titleStyle>
      <a:lvl1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342900" marR="0" indent="-257175" algn="l" defTabSz="6858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35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753836" marR="0" indent="-306161" algn="l" defTabSz="6858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35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096736" marR="0" indent="-306161" algn="l" defTabSz="6858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35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439636" marR="0" indent="-306161" algn="l" defTabSz="6858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35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1782536" marR="0" indent="-306161" algn="l" defTabSz="6858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35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125436" marR="0" indent="-306161" algn="l" defTabSz="6858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35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2468336" marR="0" indent="-306161" algn="l" defTabSz="6858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35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2811236" marR="0" indent="-306161" algn="l" defTabSz="6858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35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3154136" marR="0" indent="-306161" algn="l" defTabSz="6858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35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learPresentation1[editable]" id="{7E24100E-162F-F544-B879-8F237F2CA1DB}" vid="{FA9CF29B-E94E-0346-A1F4-3F6DE000CE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2835</TotalTime>
  <Words>2415</Words>
  <Application>Microsoft Office PowerPoint</Application>
  <PresentationFormat>On-screen Show (16:9)</PresentationFormat>
  <Paragraphs>551</Paragraphs>
  <Slides>102</Slides>
  <Notes>49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Simple Light</vt:lpstr>
      <vt:lpstr>Office Theme</vt:lpstr>
      <vt:lpstr>1_Simple Light</vt:lpstr>
      <vt:lpstr>PowerPoint Presentation</vt:lpstr>
      <vt:lpstr>PowerPoint Presentation</vt:lpstr>
      <vt:lpstr>PowerPoint Presentation</vt:lpstr>
      <vt:lpstr>WHO IS KLEAR.AI</vt:lpstr>
      <vt:lpstr>PowerPoint Presentation</vt:lpstr>
      <vt:lpstr>PowerPoint Presentation</vt:lpstr>
      <vt:lpstr>PowerPoint Presentation</vt:lpstr>
      <vt:lpstr>THE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TODAY’S AGENDA</vt:lpstr>
      <vt:lpstr>TODAY’S AGENDA</vt:lpstr>
      <vt:lpstr>Agenda</vt:lpstr>
      <vt:lpstr>PowerPoint Presentation</vt:lpstr>
      <vt:lpstr>THE PAST</vt:lpstr>
      <vt:lpstr>THE PAST</vt:lpstr>
      <vt:lpstr>THE FUTURE</vt:lpstr>
      <vt:lpstr>THE FUTURE</vt:lpstr>
      <vt:lpstr>YOUR PRESENT</vt:lpstr>
      <vt:lpstr>YOUR PRESENT</vt:lpstr>
      <vt:lpstr>DEMO + Q&amp;A</vt:lpstr>
      <vt:lpstr>DEMO + Q&amp;A</vt:lpstr>
      <vt:lpstr>WHAT’S BROKEN?</vt:lpstr>
      <vt:lpstr>WHAT’S BROKEN?</vt:lpstr>
      <vt:lpstr>WHAT’S BROKEN?</vt:lpstr>
      <vt:lpstr>WHAT’S BROKEN?</vt:lpstr>
      <vt:lpstr>WHAT’S BROKEN?</vt:lpstr>
      <vt:lpstr>WHAT’S BROKEN?</vt:lpstr>
      <vt:lpstr>WHAT’S BROKEN?</vt:lpstr>
      <vt:lpstr>WHAT’S BROKEN?</vt:lpstr>
      <vt:lpstr>WHAT’S BROKEN?</vt:lpstr>
      <vt:lpstr>WHAT’S BROKEN?</vt:lpstr>
      <vt:lpstr>WHAT’S BROKEN?</vt:lpstr>
      <vt:lpstr>THE SOLUTION</vt:lpstr>
      <vt:lpstr>THE SOLUTION</vt:lpstr>
      <vt:lpstr>THE SOLUTION</vt:lpstr>
      <vt:lpstr>THE SOLUTION</vt:lpstr>
      <vt:lpstr>THE SOLUTION</vt:lpstr>
      <vt:lpstr>THE SOLUTION</vt:lpstr>
      <vt:lpstr>THE SOLUTION</vt:lpstr>
      <vt:lpstr>THE SOLUTION</vt:lpstr>
      <vt:lpstr>THE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MARKET RECOGNITION</vt:lpstr>
      <vt:lpstr>PowerPoint Presentation</vt:lpstr>
      <vt:lpstr>PowerPoint Presentation</vt:lpstr>
      <vt:lpstr>PowerPoint Presentation</vt:lpstr>
      <vt:lpstr>Let’s See it !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Darrel Vaughn</dc:creator>
  <cp:lastModifiedBy>Darrel Vaughn</cp:lastModifiedBy>
  <cp:revision>94</cp:revision>
  <dcterms:created xsi:type="dcterms:W3CDTF">2024-12-06T21:10:54Z</dcterms:created>
  <dcterms:modified xsi:type="dcterms:W3CDTF">2024-12-20T02:21:06Z</dcterms:modified>
</cp:coreProperties>
</file>