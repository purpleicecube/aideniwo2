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Gather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Could you please provide the overall project brief for the Aiden IWO project (codename Iowa)? Specifically, we need: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Goals of the website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Target audience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Key messaging you want to convey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Any existing assets (logos, brand guidelines, images, copy, etc.) you’d like us to incorporate.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Feel free to share any additional details that will help us create an Apple‑style, brand‑aligned five‑page website.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&lt;title&gt;Define Page List - Aiden IWO (Iowa)&lt;/title&gt;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body{font-family:Arial,sans-serif;margin:0;padding:0;background:#faf9f5;color:#141413;display:flex;flex-direction:column;align-items:center;}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header{background:#141413;color:#faf9f5;padding:20px;width:100%;text-align:center;}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section{max-width:800px;padding:20px;}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ul{list-style:none;padding:0;}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li{margin:10px 0;padding:10px;background:#e8e6dc;border-radius:5px;}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button{background:#d97757;color:#fff;border:none;padding:10px 20px;border-radius:4px;cursor:pointer;font-size:1rem;}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button:hover{background:#c66a4f;}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&lt;header&gt;&lt;h1&gt;Proposed Site Page List&lt;/h1&gt;&lt;/header&gt;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&lt;p&gt;Based on the information we have, we propose the following five core pages for the Aiden IWO project (codename Iowa). Please review and confirm or suggest changes.&lt;/p&gt;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&lt;ul&gt;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&lt;li&gt;&lt;strong&gt;Home&lt;/strong&gt; – Overview and primary call‑to‑action.&lt;/li&gt;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&lt;li&gt;&lt;strong&gt;About&lt;/strong&gt; – Company story, mission, and team.&lt;/li&gt;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&lt;li&gt;&lt;strong&gt;Features&lt;/strong&gt; – Detailed description of product features.&lt;/li&gt;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&lt;li&gt;&lt;strong&gt;Documentation&lt;/strong&gt; – Guides, API reference, and support resources.&lt;/li&gt;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&lt;li&gt;&lt;strong&gt;Contact&lt;/strong&gt; – Form and contact information.&lt;/li&gt;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&lt;/ul&gt;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&lt;p&gt;If you would like to modify this list, please reply with your preferred page titles or any additional pages.&lt;/p&gt;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&lt;button onclick="alert('Thank you! We will proceed with the confirmed list.')"&gt;Confirm List&lt;/button&gt;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html&gt;\n&lt;html lang=\"en\"&gt;\n&lt;head&gt;\n&lt;meta charset=\"UTF-8\"&gt;\n&lt;meta name=\"viewport\" content=\"width=device-width, initial-scale=1.0\"&gt;\n&lt;meta name=\"description\" content=\"Aiden IWO (codename Iowa) – placeholder content for a five‑page Apple‑style website.\"&gt;\n&lt;title&gt;Aiden IWO – Content Placeholders&lt;/title&gt;\n&lt;style&gt;\n  / Anthropic Brand Colors /\n  :root {\n    --color-dark: #141413;\n    --color-light: #faf9f5;\n    --color-mid-gray: #b0aea5;\n    --color-light-gray: #e8e6dc;\n    --color-accent-orange: #d97757;\n    --color-accent-blue: #6a9bcc;\n    --color-accent-green: #788c5d;\n    --font-heading: 'Poppins', Arial, sans-serif;\n    --font-body: 'Lora', Georgia, serif;\n  }\n  body {\n    margin: 0;\n    font-family: var(--font-body);\n    background: var(--color-light);\n    color: var(--color-dark);\n    line-height: 1.6;\n  }\n  header {\n    background: var(--color-dark);\n    color: var(--color-light);\n    padding: 2rem;\n    text-align: center;\n  }\n  header h1 {\n    margin: 0;\n    font-family: var(--font-heading);\n    font-size: 2.5rem;\n  }\n  nav {\n    display: flex;\n    justify-content: center;\n    gap: 1.5rem;\n    background: var(--color-mid-gray);\n    padding: 0.5rem;\n  }\n  nav a {\n    color: var(--color-dark);\n    text-decoration: none;\n    font-weight: 600;\n  }\n  main {\n    max-width: 960px;\n    margin: 2rem auto;\n    padding: 0 1rem;\n  }\n  section {\n    margin-bottom: 4rem;\n  }\n  h2 {\n    font-family: var(--font-heading);\n    font-size: 2rem;\n    margin-top: 0;\n    color: var(--color-dark);\n  }\n  h3 {\n    font-family: var(--font-heading);\n    font-size: 1.5rem;\n    margin-bottom: 0.5rem;\n    color: var(--color-dark);\n  }\n  p {\n    margin: 0.5rem 0;\n  }\n  .placeholder-img {\n    width: 100%;\n    max-height: 400px;\n    object-fit: cover;\n    margin: 1rem 0;\n    border-radius: 8px;\n    background: var(--color-light-gray);\n  }\n  .cta {\n    display: inline-block;\n    background: var(--color-accent-orange);\n    color: var(--color-light);\n    padding: 0.75rem 1.5rem;\n    border-radius: 4px;\n    text-decoration: none;\n    font-weight: 600;\n    margin-top: 1rem;\n  }\n  .cta:hover {\n    background: #c66a4f;\n  }\n  footer {\n    background: var(--color-dark);\n    color: var(--color-light);\n    text-align: center;\n    padding: 1rem;\n    font-size: 0.9rem;\n  }\n&lt;/style&gt;\n&lt;/head&gt;\n&lt;body&gt;\n&lt;header&gt;\n  &lt;h1&gt;Aiden IWO – Content Placeholders&lt;/h1&gt;\n&lt;/header&gt;\n&lt;nav aria-label=\"Main navigation\"&gt;\n  &lt;a href=\"#home\"&gt;Home&lt;/a&gt;\n  &lt;a href=\"#about\"&gt;About&lt;/a&gt;\n  &lt;a href=\"#features\"&gt;Features&lt;/a&gt;\n  &lt;a href=\"#documentation\"&gt;Documentation&lt;/a&gt;\n  &lt;a href=\"#contact\"&gt;Contact&lt;/a&gt;\n&lt;/nav&gt;\n&lt;main&gt;\n  &lt;!-- Home Page Placeholder --&gt;\n  &lt;section id=\"home\" aria-labelledby=\"home-heading\"&gt;\n    &lt;h2 id=\"home-heading\"&gt;Home&lt;/h2&gt;\n    &lt;h3&gt;Headline&lt;/h3&gt;\n    &lt;p&gt;&lt;strong&gt;Placeholder:&lt;/strong&gt; A compelling, Apple‑style headline that captures the core value proposition.&lt;/p&gt;\n    &lt;h3&gt;Sub‑heading&lt;/h3&gt;\n    &lt;p&gt;Placeholder sub‑heading that expands on the headline and invites users to explore.&lt;/p&gt;\n    &lt;img src=\"https://picsum.photos/seed/home/800/400\" alt=\"Placeholder image representing the home hero section\" class=\"placeholder-img\" /&gt;\n    &lt;a href=\"#\" class=\"cta\"&gt;Primary Call‑to‑Action&lt;/a&gt;\n  &lt;/section&gt;\n\n  &lt;!-- About Page Placeholder --&gt;\n  &lt;section id=\"about\" aria-labelledby=\"about-heading\"&gt;\n    &lt;h2 id=\"about-heading\"&gt;About&lt;/h2&gt;\n    &lt;h3&gt;Headline&lt;/h3&gt;\n    &lt;p&gt;Placeholder headline introducing the company story.&lt;/p&gt;\n    &lt;h3&gt;Mission Statement&lt;/h3&gt;\n    &lt;p&gt;Placeholder text describing the mission and vision.&lt;/p&gt;\n    &lt;h3&gt;Team Overview&lt;/h3&gt;\n    &lt;p&gt;Brief placeholder bios for key team members.&lt;/p&gt;\n    &lt;img src=\"https://picsum.photos/seed/about/800/400\" alt=\"Team photo placeholder\" class=\"placeholder-img\" /&gt;\n    &lt;a href=\"#\" class=\"cta\"&gt;Learn More&lt;/a&gt;\n  &lt;/section&gt;\n\n  &lt;!-- Features Page Placeholder --&gt;\n  &lt;section id=\"features\" aria-labelledby=\"features-heading\"&gt;\n    &lt;h2 id=\"features-heading\"&gt;Features&lt;/h2&gt;\n    &lt;h3&gt;Feature 1&lt;/h3&gt;\n    &lt;p&gt;Brief placeholder description of the first feature.&lt;/p&gt;\n    &lt;h3&gt;Feature 2&lt;/h3&gt;\n    &lt;p&gt;Brief placeholder description of the second feature.&lt;/p&gt;\n    &lt;h3&gt;Feature 3&lt;/h3&gt;\n    &lt;p&gt;Brief placeholder description of the third feature.&lt;/p&gt;\n    &lt;img src=\"https://picsum.photos/seed/features/800/400\" alt=\"Illustrative image for features section\" class=\"placeholder-img\" /&gt;\n    &lt;a href=\"#\" class=\"cta\"&gt;Explore All Features&lt;/a&gt;\n  &lt;/section&gt;\n\n  &lt;!-- Documentation Page Placeholder --&gt;\n  &lt;section id=\"documentation\" aria-labelledby=\"documentation-heading\"&gt;\n    &lt;h2 id=\"documentation-heading\"&gt;Documentation&lt;/h2&gt;\n    &lt;h3&gt;Guides&lt;/h3&gt;\n    &lt;p&gt;Placeholder list of user guides and tutorials.&lt;/p&gt;\n    &lt;h3&gt;API Reference&lt;/h3&gt;\n    &lt;p&gt;Placeholder description of API sections and endpoints.&lt;/p&gt;\n    &lt;h3&gt;Support Resources&lt;/h3&gt;\n    &lt;p&gt;Placeholder links to FAQs, community forums, and contact support.&lt;/p&gt;\n    &lt;img src=\"https://picsum.photos/seed/documentation/800/400\" alt=\"Documentation illustration placeholder\" class=\"placeholder-img\" /&gt;\n    &lt;a href=\"#\" class=\"cta\"&gt;View Docs&lt;/a&gt;\n  &lt;/section&gt;\n\n  &lt;!-- Contact Page Placeholder --&gt;\n  &lt;section id=\"contact\" aria-labelledby=\"contact-heading\"&gt;\n    &lt;h2 id=\"contact-heading\"&gt;Contact&lt;/h2&gt;\n    &lt;h3&gt;Headline&lt;/h3&gt;\n    &lt;p&gt;Placeholder headline encouraging users to get in touch.&lt;/p&gt;\n    &lt;h3&gt;Contact Form&lt;/h3&gt;\n    &lt;p&gt;[Form fields will be inserted here – Name, Email, Message]&lt;/p&gt;\n    &lt;h3&gt;Location &amp;amp; Phone&lt;/h3&gt;\n    &lt;p&gt;Placeholder address and phone number.&lt;/p&gt;\n    &lt;img src=\"https://picsum.photos/seed/contact/800/400\" alt=\"Contact page background placeholder\" class=\"placeholder-img\" /&gt;\n    &lt;a href=\"#\" class=\"cta\"&gt;Send Message&lt;/a&gt;\n  &lt;/section&gt;\n&lt;/main&gt;\n&lt;footer&gt;\n  &lt;p&gt;&amp;copy; 2026 Aiden IWO – All rights reserved.&lt;/p&gt;\n&lt;/footer&gt;\n&lt;/body&gt;\n&lt;/html&gt;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html&gt;\n&lt;html lang=\"en\"&gt;\n&lt;head&gt;\n&lt;meta charset=\"UTF-8\"&gt;\n&lt;meta name=\"viewport\" content=\"width=device-width, initial-scale=1.0\"&gt;\n&lt;title&gt;Design Constraints – Aiden IWO (Iowa)&lt;/title&gt;\n&lt;meta name=\"description\" content=\"Apple‑style design constraints and Anthropic brand guidelines for the Aiden IWO website.\"&gt;\n&lt;style&gt;\n:root{\n  --color-dark:#141413;\n  --color-light:#faf9f5;\n  --color-mid:#b0aea5;\n  --color-light-gray:#e8e6dc;\n  --color-accent-orange:#d97757;\n  --color-accent-blue:#6a9bcc;\n  --color-accent-green:#788c5d;\n  --font-heading:'Poppins',Arial,sans-serif;\n  --font-body:'Lora',Georgia,serif;\n}\nbody{\n  margin:0;\n  font-family:var(--font-body);\n  background:linear-gradient(to bottom,var(--color-light),var(--color-light-gray));\n  color:var(--color-dark);\n  line-height:1.6;\n  padding:2rem;\n}\nheader{\n  text-align:center;\n  padding:2rem 0;\n}\nh1{\n  font-family:var(--font-heading);\n  font-size:2.5rem;\n  margin:0;\n}\nh2{\n  font-family:var(--font-heading);\n  font-size:2rem;\n  margin-top:2rem;\n}\nul{\n  list-style:none;\n  padding:0;\n}\nli{\n  margin:0.5rem 0;\n  padding:0.5rem;\n  background:var(--color-light-gray);\n  border-radius:4px;\n}\nfooter{\n  text-align:center;\n  margin-top:3rem;\n  font-size:0.9rem;\n  color:var(--color-mid);\n}\n&lt;/style&gt;\n&lt;/head&gt;\n&lt;body&gt;\n&lt;header&gt;\n  &lt;h1&gt;Design Constraints&lt;/h1&gt;\n  &lt;p&gt;Apple‑style aesthetic aligned with Anthropic brand guidelines&lt;/p&gt;\n&lt;/header&gt;\n&lt;main&gt;\n  &lt;section aria-labelledby=\"principles-heading\"&gt;\n    &lt;h2 id=\"principles-heading\"&gt;Core Visual Principles&lt;/h2&gt;\n    &lt;ul&gt;\n      &lt;li&gt;&lt;strong&gt;Clean Layout:&lt;/strong&gt; Simple hierarchy, generous whitespace, and clear visual flow.&lt;/li&gt;\n      &lt;li&gt;&lt;strong&gt;Ample Whitespace:&lt;/strong&gt; Padding and margins to let content breathe, avoiding clutter.&lt;/li&gt;\n      &lt;li&gt;&lt;strong&gt;Subtle Gradients:&lt;/strong&gt; Light gradient backgrounds (e.g., from #faf9f5 to #e8e6dc) to add depth without distraction.&lt;/li&gt;\n      &lt;li&gt;&lt;strong&gt;Crisp Typography:&lt;/strong&gt; Headings in &lt;em&gt;Poppins&lt;/em&gt;, body text in &lt;em&gt;Lora&lt;/em&gt;, with appropriate sizing and weight.&lt;/li&gt;\n      &lt;li&gt;&lt;strong&gt;Consistent Color Palette:&lt;/strong&gt; Use Anthropic brand colors for text, accents, and UI elements.&lt;/li&gt;\n    &lt;/ul&gt;\n  &lt;/section&gt;\n  &lt;section aria-labelledby=\"palette-heading\"&gt;\n    &lt;h2 id=\"palette-heading\"&gt;Anthropic Brand Palette&lt;/h2&gt;\n    &lt;ul&gt;\n      &lt;li&gt;&lt;strong&gt;Dark (Primary Text / Dark Background):&lt;/strong&gt; #141413&lt;/li&gt;\n      &lt;li&gt;&lt;strong&gt;Light (Background / Light Text):&lt;/strong&gt; #faf9f5&lt;/li&gt;\n      &lt;li&gt;&lt;strong&gt;Mid Gray (Secondary Elements):&lt;/strong&gt; #b0aea5&lt;/li&gt;\n      &lt;li&gt;&lt;strong&gt;Light Gray (Subtle Backgrounds):&lt;/strong&gt; #e8e6dc&lt;/li&gt;\n      &lt;li&gt;&lt;strong&gt;Accent Orange (Primary Accent):&lt;/strong&gt; #d97757&lt;/li&gt;\n      &lt;li&gt;&lt;strong&gt;Accent Blue (Secondary Accent):&lt;/strong&gt; #6a9bcc&lt;/li&gt;\n      &lt;li&gt;&lt;strong&gt;Accent Green (Tertiary Accent):&lt;/strong&gt; #788c5d&lt;/li&gt;\n    &lt;/ul&gt;\n  &lt;/section&gt;\n  &lt;section aria-labelledby=\"typography-heading\"&gt;\n    &lt;h2 id=\"typography-heading\"&gt;Typography&lt;/h2&gt;\n    &lt;ul&gt;\n      &lt;li&gt;&lt;strong&gt;Headings:&lt;/strong&gt; Poppins (fallback Arial) – bold, uppercase optional, size scaling from 2.5rem (h1) to 1.5rem (h3).&lt;/li&gt;\n      &lt;li&gt;&lt;strong&gt;Body Text:&lt;/strong&gt; Lora (fallback Georgia) – regular weight, 1rem base size, line‑height 1.6.&lt;/li&gt;\n    &lt;/ul&gt;\n  &lt;/section&gt;\n  &lt;section aria-labelledby=\"spacing-heading\"&gt;\n    &lt;h2 id=\"spacing-heading\"&gt;Spacing &amp; Layout&lt;/h2&gt;\n    &lt;ul&gt;\n      &lt;li&gt;Use at least 2rem padding on page edges and 1.5rem between major sections.&lt;/li&gt;\n      &lt;li&gt;Content blocks should have a minimum 1rem internal padding.&lt;/li&gt;\n      &lt;li&gt;Elements aligned to an 8‑px grid for consistency.&lt;/li&gt;\n    &lt;/ul&gt;\n  &lt;/section&gt;\n&lt;/main&gt;\n&lt;footer&gt;\n  &lt;p&gt;&amp;copy; 2026 Aiden IWO – All rights reserved.&lt;/p&gt;\n&lt;/footer&gt;\n&lt;/body&gt;\n&lt;/html&gt;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Tool "brand-guidelines" failed: Tool "brand-guidelines" not found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html&gt;\n&lt;html lang=\"en\"&gt;\n&lt;head&gt;\n&lt;meta charset=\"UTF-8\"&gt;\n&lt;meta name=\"viewport\" content=\"width=device-width, initial-scale=1.0\"&gt;\n&lt;title&gt;Aiden IWO – Apple‑style Five‑Page Site&lt;/title&gt;\n&lt;meta name=\"description\" content=\"Apple‑style five‑page website for Aiden IWO (codename Iowa) showcasing clean design, Anthropic brand colors, and placeholder content.\"&gt;\n&lt;style&gt;\n:root{\n  --color-dark:#141413;\n  --color-light:#faf9f5;\n  --color-mid:#b0aea5;\n  --color-light-gray:#e8e6dc;\n  --color-accent-orange:#d97757;\n  --color-accent-blue:#6a9bcc;\n  --color-accent-green:#788c5d;\n  --font-heading:'Poppins',Arial,sans-serif;\n  --font-body:'Lora',Georgia,serif;\n}\nhtml{scroll-behavior:smooth;}\nbody{\n  margin:0;\n  font-family:var(--font-body);\n  background:linear-gradient(to bottom,var(--color-light),var(--color-light-gray));\n  color:var(--color-dark);\n  line-height:1.6;\n}\nheader{\n  background:var(--color-dark);\n  color:var(--color-light);\n  text-align:center;\n  padding:2rem 1rem;\n}\nheader h1{\n  margin:0;\n  font-family:var(--font-heading);\n  font-size:2.5rem;\n}\nnav{\n  display:flex;\n  justify-content:center;\n  gap:1.5rem;\n  background:var(--color-mid);\n  padding:0.5rem;\n  position:sticky;\n  top:0;\n  z-index:10;\n}\nnav a{\n  color:var(--color-dark);\n  text-decoration:none;\n  font-weight:600;\n}\nmain{\n  max-width:960px;\n  margin:2rem auto;\n  padding:0 1rem;\n}\nsection{\n  margin-bottom:4rem;\n}\nsection h2{\n  font-family:var(--font-heading);\n  font-size:2rem;\n  margin-top:0;\n  color:var(--color-dark);\n}\nsection h3{\n  font-family:var(--font-heading);\n  font-size:1.5rem;\n  margin-bottom:0.5rem;\n  color:var(--color-dark);\n}\n.placeholder-img{\n  width:100%;\n  max-height:400px;\n  object-fit:cover;\n  margin:1rem 0;\n  border-radius:8px;\n  background:var(--color-light-gray);\n  box-shadow:0 2px 6px rgba(0,0,0,0.1);\n}\n.cta{\n  display:inline-block;\n  background:var(--color-accent-orange);\n  color:var(--color-light);\n  padding:0.75rem 1.5rem;\n  border-radius:4px;\n  text-decoration:none;\n  font-weight:600;\n  margin-top:1rem;\n}\n.cta:hover{\n  background:#c66a4f;\n}\nfooter{\n  background:var(--color-dark);\n  color:var(--color-light);\n  text-align:center;\n  padding:1rem;\n  font-size:0.9rem;\n}\n&lt;/style&gt;\n&lt;/head&gt;\n&lt;body&gt;\n&lt;header&gt;\n  &lt;h1&gt;Aiden IWO – Apple‑style Site&lt;/h1&gt;\n&lt;/header&gt;\n&lt;nav aria-label=\"Main navigation\"&gt;\n  &lt;a href=\"#home\"&gt;Home&lt;/a&gt;\n  &lt;a href=\"#about\"&gt;About&lt;/a&gt;\n  &lt;a href=\"#features\"&gt;Features&lt;/a&gt;\n  &lt;a href=\"#documentation\"&gt;Documentation&lt;/a&gt;\n  &lt;a href=\"#contact\"&gt;Contact&lt;/a&gt;\n&lt;/nav&gt;\n&lt;main&gt;\n  &lt;section id=\"home\" aria-labelledby=\"home-heading\"&gt;\n    &lt;h2 id=\"home-heading\"&gt;Home&lt;/h2&gt;\n    &lt;h3&gt;Headline&lt;/h3&gt;\n    &lt;p&gt;&lt;strong&gt;Placeholder:&lt;/strong&gt; A compelling Apple‑style headline that captures the core value proposition.&lt;/p&gt;\n    &lt;h3&gt;Sub‑heading&lt;/h3&gt;\n    &lt;p&gt;Placeholder sub‑heading that expands on the headline and invites users to explore.&lt;/p&gt;\n    &lt;img src=\"https://picsum.photos/seed/home/800/400\" alt=\"Hero image representing the home page\" class=\"placeholder-img\"/&gt;\n    &lt;a href=\"#features\" class=\"cta\"&gt;Primary Call‑to‑Action&lt;/a&gt;\n  &lt;/section&gt;\n\n  &lt;section id=\"about\" aria-labelledby=\"about-heading\"&gt;\n    &lt;h2 id=\"about-heading\"&gt;About&lt;/h2&gt;\n    &lt;h3&gt;Headline&lt;/h3&gt;\n    &lt;p&gt;Placeholder headline introducing the company story.&lt;/p&gt;\n    &lt;h3&gt;Mission Statement&lt;/h3&gt;\n    &lt;p&gt;Placeholder text describing the mission and vision.&lt;/p&gt;\n    &lt;h3&gt;Team Overview&lt;/h3&gt;\n    &lt;p&gt;Brief placeholder bios for key team members.&lt;/p&gt;\n    &lt;img src=\"https://picsum.photos/seed/about/800/400\" alt=\"Team photo placeholder\" class=\"placeholder-img\"/&gt;\n    &lt;a href=\"#features\" class=\"cta\"&gt;Learn More&lt;/a&gt;\n  &lt;/section&gt;\n\n  &lt;section id=\"features\" aria-labelledby=\"features-heading\"&gt;\n    &lt;h2 id=\"features-heading\"&gt;Features&lt;/h2&gt;\n    &lt;h3&gt;Feature 1&lt;/h3&gt;\n    &lt;p&gt;Brief placeholder description of the first feature.&lt;/p&gt;\n    &lt;h3&gt;Feature 2&lt;/h3&gt;\n    &lt;p&gt;Brief placeholder description of the second feature.&lt;/p&gt;\n    &lt;h3&gt;Feature 3&lt;/h3&gt;\n    &lt;p&gt;Brief placeholder description of the third feature.&lt;/p&gt;\n    &lt;img src=\"https://picsum.photos/seed/features/800/400\" alt=\"Illustrative image for features section\" class=\"placeholder-img\"/&gt;\n    &lt;a href=\"#documentation\" class=\"cta\"&gt;Explore All Features&lt;/a&gt;\n  &lt;/section&gt;\n\n  &lt;section id=\"documentation\" aria-labelledby=\"documentation-heading\"&gt;\n    &lt;h2 id=\"documentation-heading\"&gt;Documentation&lt;/h2&gt;\n    &lt;h3&gt;Guides&lt;/h3&gt;\n    &lt;p&gt;Placeholder list of user guides and tutorials.&lt;/p&gt;\n    &lt;h3&gt;API Reference&lt;/h3&gt;\n    &lt;p&gt;Placeholder description of API sections and endpoints.&lt;/p&gt;\n    &lt;h3&gt;Support Resources&lt;/h3&gt;\n    &lt;p&gt;Placeholder links to FAQs, community forums, and contact support.&lt;/p&gt;\n    &lt;img src=\"https://picsum.photos/seed/documentation/800/400\" alt=\"Documentation illustration placeholder\" class=\"placeholder-img\"/&gt;\n    &lt;a href=\"#contact\" class=\"cta\"&gt;View Docs&lt;/a&gt;\n  &lt;/section&gt;\n\n  &lt;section id=\"contact\" aria-labelledby=\"contact-heading\"&gt;\n    &lt;h2 id=\"contact-heading\"&gt;Contact&lt;/h2&gt;\n    &lt;h3&gt;Headline&lt;/h3&gt;\n    &lt;p&gt;Placeholder headline encouraging users to get in touch.&lt;/p&gt;\n    &lt;h3&gt;Contact Form&lt;/h3&gt;\n    &lt;p&gt;[Form fields will be inserted here – Name, Email, Message]&lt;/p&gt;\n    &lt;h3&gt;Location &amp;amp; Phone&lt;/h3&gt;\n    &lt;p&gt;Placeholder address and phone number.&lt;/p&gt;\n    &lt;img src=\"https://picsum.photos/seed/contact/800/400\" alt=\"Contact page background placeholder\" class=\"placeholder-img\"/&gt;\n    &lt;a href=\"#home\" class=\"cta\"&gt;Send Message&lt;/a&gt;\n  &lt;/section&gt;\n&lt;/main&gt;\n&lt;footer&gt;\n  &lt;p&gt;&amp;copy; 2026 Aiden IWO – All rights reserved.&lt;/p&gt;\n&lt;/footer&gt;\n&lt;/body&gt;\n&lt;/html&gt;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html&gt;\n&lt;html lang=\"en\"&gt;\n&lt;head&gt;\n&lt;meta charset=\"UTF-8\"&gt;\n&lt;meta name=\"viewport\" content=\"width=device-width, initial-scale=1.0\"&gt;\n&lt;title&gt;Aiden IWO – Apple‑style Five‑Page Site&lt;/title&gt;\n&lt;meta name=\"description\" content=\"Apple‑style five-page website for Aiden IWO (codename Iowa) showcasing clean design, Anthropic brand colors, and placeholder content.\"&gt;\n&lt;style&gt;\n:root{\n  --color-dark:#141413;\n  --color-light:#faf9f5;\n  --color-mid:#b0aea5;\n  --color-light-gray:#e8e6dc;\n  --color-accent-orange:#d97757;\n  --color-accent-blue:#6a9bcc;\n  --color-accent-green:#788c5d;\n  --font-heading:'Poppins',Arial,sans-serif;\n  --font-body:'Lora',Georgia,serif;\n}\nhtml{scroll-behavior:smooth;}\nbody{\n  margin:0;\n  font-family:var(--font-body);\n  background:linear-gradient(to bottom,var(--color-light),var(--color-light-gray));\n  color:var(--color-dark);\n  line-height:1.6;\n}\nheader{\n  background:var(--color-dark);\n  color:var(--color-light);\n  text-align:center;\n  padding:2rem 1rem;\n}\nheader h1{\n  margin:0;\n  font-family:var(--font-heading);\n  font-size:2.5rem;\n}\nnav{\n  display:flex;\n  justify-content:center;\n  gap:1.5rem;\n  background:var(--color-mid);\n  padding:0.5rem;\n  position:sticky;\n  top:0;\n  z-index:10;\n}\nnav a{\n  color:var(--color-dark);\n  text-decoration:none;\n  font-weight:600;\n}\nmain{\n  max-width:960px;\n  margin:2rem auto;\n  padding:0 1rem;\n}\nsection{\n  margin-bottom:4rem;\n}\nsection h2{\n  font-family:var(--font-heading);\n  font-size:2rem;\n  margin-top:0;\n  color:var(--color-dark);\n}\nsection h3{\n  font-family:var(--font-heading);\n  font-size:1.5rem;\n  margin-bottom:0.5rem;\n  color:var(--color-dark);\n}\n.placeholder-img{\n  width:100%;\n  max-height:400px;\n  object-fit:cover;\n  margin:1rem 0;\n  border-radius:8px;\n  background:var(--color-light-gray);\n  box-shadow:0 2px 6px rgba(0,0,0,0.1);\n}\n.cta{\n  display:inline-block;\n  background:var(--color-accent-orange);\n  color:var(--color-light);\n  padding:0.75rem 1.5rem;\n  border-radius:4px;\n  text-decoration:none;\n  font-weight:600;\n  margin-top:1rem;\n}\n.cta:hover{\n  background:#c66a4f;\n}\nfooter{\n  background:var(--color-dark);\n  color:var(--color-light);\n  text-align:center;\n  padding:1rem;\n  font-size:0.9rem;\n}\n&lt;/style&gt;\n&lt;/head&gt;\n&lt;body&gt;\n&lt;header&gt;\n  &lt;h1&gt;Aiden IWO – Apple‑style Site&lt;/h1&gt;\n&lt;/header&gt;\n&lt;nav aria-label=\"Main navigation\"&gt;\n  &lt;a href=\"#home\"&gt;Home&lt;/a&gt;\n  &lt;a href=\"#about\"&gt;About&lt;/a&gt;\n  &lt;a href=\"#features\"&gt;Features&lt;/a&gt;\n  &lt;a href=\"#documentation\"&gt;Documentation&lt;/a&gt;\n  &lt;a href=\"#contact\"&gt;Contact&lt;/a&gt;\n&lt;/nav&gt;\n&lt;main&gt;\n  &lt;section id=\"home\" aria-labelledby=\"home-heading\"&gt;\n    &lt;h2 id=\"home-heading\"&gt;Home&lt;/h2&gt;\n    &lt;h3&gt;Headline&lt;/h3&gt;\n    &lt;p&gt;&lt;strong&gt;Placeholder:&lt;/strong&gt; A compelling Apple‑style headline that captures the core value proposition.&lt;/p&gt;\n    &lt;h3&gt;Sub‑heading&lt;/h3&gt;\n    &lt;p&gt;Placeholder sub‑heading that expands on the headline and invites users to explore.&lt;/p&gt;\n    &lt;img src=\"https://picsum.photos/seed/home/800/400\" alt=\"Hero image representing the home page\" class=\"placeholder-img\"/&gt;\n    &lt;a href=\"#features\" class=\"cta\"&gt;Primary Call‑to‑Action&lt;/a&gt;\n  &lt;/section&gt;\n\n  &lt;section id=\"about\" aria-labelledby=\"about-heading\"&gt;\n    &lt;h2 id=\"about-heading\"&gt;About&lt;/h2&gt;\n    &lt;h3&gt;Headline&lt;/h3&gt;\n    &lt;p&gt;Placeholder headline introducing the company story.&lt;/p&gt;\n    &lt;h3&gt;Mission Statement&lt;/h3&gt;\n    &lt;p&gt;Placeholder text describing the mission and vision.&lt;/p&gt;\n    &lt;h3&gt;Team Overview&lt;/h3&gt;\n    &lt;p&gt;Brief placeholder bios for key team members.&lt;/p&gt;\n    &lt;img src=\"https://picsum.photos/seed/about/800/400\" alt=\"Team photo placeholder\" class=\"placeholder-img\"/&gt;\n    &lt;a href=\"#features\" class=\"cta\"&gt;Learn More&lt;/a&gt;\n  &lt;/section&gt;\n\n  &lt;section id=\"features\" aria-labelledby=\"features-heading\"&gt;\n    &lt;h2 id=\"features-heading\"&gt;Features&lt;/h2&gt;\n    &lt;h3&gt;Feature 1&lt;/h3&gt;\n    &lt;p&gt;Brief placeholder description of the first feature.&lt;/p&gt;\n    &lt;h3&gt;Feature 2&lt;/h3&gt;\n    &lt;p&gt;Brief placeholder description of the second feature.&lt;/p&gt;\n    &lt;h3&gt;Feature 3&lt;/h3&gt;\n    &lt;p&gt;Brief placeholder description of the third feature.&lt;/p&gt;\n    &lt;img src=\"https://picsum.photos/seed/features/800/400\" alt=\"Illustrative image for features section\" class=\"placeholder-img\"/&gt;\n    &lt;a href=\"#documentation\" class=\"cta\"&gt;Explore All Features&lt;/a&gt;\n  &lt;/section&gt;\n\n  &lt;section id=\"documentation\" aria-labelledby=\"documentation-heading\"&gt;\n    &lt;h2 id=\"documentation-heading\"&gt;Documentation&lt;/h2&gt;\n    &lt;h3&gt;Guides&lt;/h3&gt;\n    &lt;p&gt;Placeholder list of user guides and tutorials.&lt;/p&gt;\n    &lt;h3&gt;API Reference&lt;/h3&gt;\n    &lt;p&gt;Placeholder description of API sections and endpoints.&lt;/p&gt;\n    &lt;h3&gt;Support Resources&lt;/h3&gt;\n    &lt;p&gt;Placeholder links to FAQs, community forums, and contact support.&lt;/p&gt;\n    &lt;img src=\"https://picsum.photos/seed/documentation/800/400\" alt=\"Documentation illustration placeholder\" class=\"placeholder-img\"/&gt;\n    &lt;a href=\"#contact\" class=\"cta\"&gt;View Docs&lt;/a&gt;\n  &lt;/section&gt;\n\n  &lt;section id=\"contact\" aria-labelledby=\"contact-heading\"&gt;\n    &lt;h2 id=\"contact-heading\"&gt;Contact&lt;/h2&gt;\n    &lt;h3&gt;Headline&lt;/h3&gt;\n    &lt;p&gt;Placeholder headline encouraging users to get in touch.&lt;/p&gt;\n    &lt;h3&gt;Contact Form&lt;/h3&gt;\n    &lt;p&gt;[Form fields will be inserted here – Name, Email, Message]&lt;/p&gt;\n    &lt;h3&gt;Location &amp;amp; Phone&lt;/h3&gt;\n    &lt;p&gt;Placeholder address and phone number.&lt;/p&gt;\n    &lt;img src=\"https://picsum.photos/seed/contact/800/400\" alt=\"Contact page background placeholder\" class=\"placeholder-img\"/&gt;\n    &lt;a href=\"#home\" class=\"cta\"&gt;Send Message&lt;/a&gt;\n  &lt;/section&gt;\n&lt;/main&gt;\n&lt;footer&gt;\n  &lt;p&gt;&amp;copy; 2026 Aiden IWO – All rights reserved.&lt;/p&gt;\n&lt;/footer&gt;\n&lt;/body&gt;\n&lt;/html&gt;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html&gt;\n&lt;html lang=\"en\"&gt;\n&lt;head&gt;\n&lt;meta charset=\"UTF-8\"&gt;\n&lt;meta name=\"viewport\" content=\"width=device-width, initial-scale=1.0\"&gt;\n&lt;title&gt;Aiden IWO – Apple‑style Five‑Page Site&lt;/title&gt;\n&lt;meta name=\"description\" content=\"Apple‑style five-page website for Aiden IWO (codename Iowa) showcasing clean design, Anthropic brand colors, and placeholder content.\"&gt;\n&lt;style&gt;\n:root{\n  --color-dark:#141413;\n  --color-light:#faf9f5;\n  --color-mid:#b0aea5;\n  --color-light-gray:#e8e6dc;\n  --color-accent-orange:#d97757;\n  --color-accent-blue:#6a9bcc;\n  --color-accent-green:#788c5d;\n  --font-heading:'Poppins',Arial,sans-serif;\n  --font-body:'Lora',Georgia,serif;\n}\nhtml{scroll-behavior:smooth;}\nbody{\n  margin:0;\n  font-family:var(--font-body);\n  background:linear-gradient(to bottom,var(--color-light),var(--color-light-gray));\n  color:var(--color-dark);\n  line-height:1.6;\n}\nheader{\n  background:var(--color-dark);\n  color:var(--color-light);\n  text-align:center;\n  padding:2rem 1rem;\n}\nheader h1{\n  margin:0;\n  font-family:var(--font-heading);\n  font-size:2.5rem;\n}\nnav{\n  display:flex;\n  justify-content:center;\n  gap:1.5rem;\n  background:var(--color-mid);\n  padding:0.5rem;\n  position:sticky;\n  top:0;\n  z-index:10;\n}\nnav a{\n  color:var(--color-dark);\n  text-decoration:none;\n  font-weight:600;\n}\nmain{\n  max-width:960px;\n  margin:2rem auto;\n  padding:0 1rem;\n}\nsection{\n  margin-bottom:4rem;\n}\nsection h2{\n  font-family:var(--font-heading);\n  font-size:2rem;\n  margin-top:0;\n  color:var(--color-dark);\n}\nsection h3{\n  font-family:var(--font-heading);\n  font-size:1.5rem;\n  margin-bottom:0.5rem;\n  color:var(--color-dark);\n}\n.placeholder-img{\n  width:100%;\n  max-height:400px;\n  object-fit:cover;\n  margin:1rem 0;\n  border-radius:8px;\n  background:var(--color-light-gray);\n  box-shadow:0 2px 6px rgba(0,0,0,0.1);\n}\n.cta{\n  display:inline-block;\n  background:var(--color-accent-orange);\n  color:var(--color-light);\n  padding:0.75rem 1.5rem;\n  border-radius:4px;\n  text-decoration:none;\n  font-weight:600;\n  margin-top:1rem;\n}\n.cta:hover{\n  background:#c66a4f;\n}\nfooter{\n  background:var(--color-dark);\n  color:var(--color-light);\n  text-align:center;\n  padding:1rem;\n  font-size:0.9rem;\n}\n&lt;/style&gt;\n&lt;/head&gt;\n&lt;body&gt;\n&lt;header&gt;\n  &lt;h1&gt;Aiden IWO – Apple‑style Site&lt;/h1&gt;\n&lt;/header&gt;\n&lt;nav aria-label=\"Main navigation\"&gt;\n  &lt;a href=\"#home\"&gt;Home&lt;/a&gt;\n  &lt;a href=\"#about\"&gt;About&lt;/a&gt;\n  &lt;a href=\"#features\"&gt;Features&lt;/a&gt;\n  &lt;a href=\"#documentation\"&gt;Documentation&lt;/a&gt;\n  &lt;a href=\"#contact\"&gt;Contact&lt;/a&gt;\n&lt;/nav&gt;\n&lt;main&gt;\n  &lt;section id=\"home\" aria-labelledby=\"home-heading\"&gt;\n    &lt;h2 id=\"home-heading\"&gt;Home&lt;/h2&gt;\n    &lt;h3&gt;Headline&lt;/h3&gt;\n    &lt;p&gt;&lt;strong&gt;Placeholder:&lt;/strong&gt; A compelling Apple‑style headline that captures the core value proposition.&lt;/p&gt;\n    &lt;h3&gt;Sub‑heading&lt;/h3&gt;\n    &lt;p&gt;Placeholder sub‑heading that expands on the headline and invites users to explore.&lt;/p&gt;\n    &lt;img src=\"https://picsum.photos/seed/home/800/400\" alt=\"Hero image representing the home page\" class=\"placeholder-img\"/&gt;\n    &lt;a href=\"#features\" class=\"cta\"&gt;Primary Call‑to‑Action&lt;/a&gt;\n  &lt;/section&gt;\n\n  &lt;section id=\"about\" aria-labelledby=\"about-heading\"&gt;\n    &lt;h2 id=\"about-heading\"&gt;About&lt;/h2&gt;\n    &lt;h3&gt;Headline&lt;/h3&gt;\n    &lt;p&gt;Placeholder headline introducing the company story.&lt;/p&gt;\n    &lt;h3&gt;Mission Statement&lt;/h3&gt;\n    &lt;p&gt;Placeholder text describing the mission and vision.&lt;/p&gt;\n    &lt;h3&gt;Team Overview&lt;/h3&gt;\n    &lt;p&gt;Brief placeholder bios for key team members.&lt;/p&gt;\n    &lt;img src=\"https://picsum.photos/seed/about/800/400\" alt=\"Team photo placeholder\" class=\"placeholder-img\"/&gt;\n    &lt;a href=\"#features\" class=\"cta\"&gt;Learn More&lt;/a&gt;\n  &lt;/section&gt;\n\n  &lt;section id=\"features\" aria-labelledby=\"features-heading\"&gt;\n    &lt;h2 id=\"features-heading\"&gt;Features&lt;/h2&gt;\n    &lt;h3&gt;Feature 1&lt;/h3&gt;\n    &lt;p&gt;Brief placeholder description of the first feature.&lt;/p&gt;\n    &lt;h3&gt;Feature 2&lt;/h3&gt;\n    &lt;p&gt;Brief placeholder description of the second feature.&lt;/p&gt;\n    &lt;h3&gt;Feature 3&lt;/h3&gt;\n    &lt;p&gt;Brief placeholder description of the third feature.&lt;/p&gt;\n    &lt;img src=\"https://picsum.photos/seed/features/800/400\" alt=\"Illustrative image for features section\" class=\"placeholder-img\"/&gt;\n    &lt;a href=\"#documentation\" class=\"cta\"&gt;Explore All Features&lt;/a&gt;\n  &lt;/section&gt;\n\n  &lt;section id=\"documentation\" aria-labelledby=\"documentation-heading\"&gt;\n    &lt;h2 id=\"documentation-heading\"&gt;Documentation&lt;/h2&gt;\n    &lt;h3&gt;Guides&lt;/h3&gt;\n    &lt;p&gt;Placeholder list of user guides and tutorials.&lt;/p&gt;\n    &lt;h3&gt;API Reference&lt;/h3&gt;\n    &lt;p&gt;Placeholder description of API sections and endpoints.&lt;/p&gt;\n    &lt;h3&gt;Support Resources&lt;/h3&gt;\n    &lt;p&gt;Placeholder links to FAQs, community forums, and contact support.&lt;/p&gt;\n    &lt;img src=\"https://picsum.photos/seed/documentation/800/400\" alt=\"Documentation illustration placeholder\" class=\"placeholder-img\"/&gt;\n    &lt;a href=\"#contact\" class=\"cta\"&gt;View Docs&lt;/a&gt;\n  &lt;/section&gt;\n\n  &lt;section id=\"contact\" aria-labelledby=\"contact-heading\"&gt;\n    &lt;h2 id=\"contact-heading\"&gt;Contact&lt;/h2&gt;\n    &lt;h3&gt;Headline&lt;/h3&gt;\n    &lt;p&gt;Placeholder headline encouraging users to get in touch.&lt;/p&gt;\n    &lt;h3&gt;Contact Form&lt;/h3&gt;\n    &lt;p&gt;[Form fields will be inserted here – Name, Email, Message]&lt;/p&gt;\n    &lt;h3&gt;Location &amp;amp; Phone&lt;/h3&gt;\n    &lt;p&gt;Placeholder address and phone number.&lt;/p&gt;\n    &lt;img src=\"https://picsum.photos/seed/contact/800/400\" alt=\"Contact page background placeholder\" class=\"placeholder-img\"/&gt;\n    &lt;a href=\"#home\" class=\"cta\"&gt;Send Message&lt;/a&gt;\n  &lt;/section&gt;\n&lt;/main&gt;\n&lt;footer&gt;\n  &lt;p&gt;&amp;copy; 2026 Aiden IWO – All rights reserved.&lt;/p&gt;\n&lt;/footer&gt;\n&lt;/body&gt;\n&lt;/html&gt;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