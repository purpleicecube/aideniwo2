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Generate PDF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Two high‑resolution PDF assets have been generated, ready for assembly into the final 2‑page Apple‑style brochure.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File: `page1_cover_hero.pdf`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Page size: 8.5" × 11" (portrait), 300 dpi.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pristine white (`#faf9f5`).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Headline: “AI, Simplified.” – large, bold, Poppins (fallback Arial), centered, dark text (`#141413`).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Sub‑headline: “Aiden IWO is the iPhone of AI orchestration – powerful, elegant, and unbelievably simple.” – smaller, Lora (fallback Georgia), centered directly beneath the headline.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Tagline: “One tool. One vision. One future.” – italic, centered, same type‑face as sub‑headline.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Layout: generous margins (≈1 in), ample white‑space, no decorative graphics, embodying Apple’s minimalism.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File: `page2_inside.pdf`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Page size: 8.5" × 11" (portrait), 300 dpi.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same clean white (`#faf9f5`).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Title: “Think Different. Orchestrate Better.” – bold, centered, Poppins/Arial, dark text.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copy: “Aiden IWO unifies every AI model, workflow, and data source into a single, intuitive canvas. No code, no chaos—just clarity.” – Lora/Georgia, left‑aligned with plenty of whitespace.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Feature list: minimal bullet points in a simple sans‑serif style, each phrase short (e.g., “Instant integration”, “Unified canvas”, “Zero‑code workflow”).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Layout: consistent margins, clean hierarchy, no extraneous elements.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Both PDFs are saved in the working directory and are ready to be merged into a single 2‑page PDF document.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final 2‑page PDF `final_brochure.pdf` has been successfully created by merging the two high‑resolution assets: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`page1_cover_hero.pdf` (cover/hero page)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`page2_inside.pdf` (inside page)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merge preserves the original 300 dpi resolution, retains the clean white background (`#faf9f5`), and keeps all typography and layout exactly as designed (Poppins/Arial headlines, Lora/Georgia body copy, Anthropic brand colors where specified). The resulting document renders correctly in standard PDF viewers, displaying the Apple‑style minimalistic design across both pages.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You can now download or share `final_brochure.pdf` as the polished, ready‑to‑use brochure for Aiden IWO.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