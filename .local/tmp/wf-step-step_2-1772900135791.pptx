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Design Layout &amp; Export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STEP: Design Layout &amp; Export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Description: Apply Apple‑style design (minimalist layout, high‑contrast typography, clean imagery). Use the PPTX pipeline to create the design and export it as a PDF.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Goal: Create a 2‑page Apple‑style PDF introducing Aiden IWO with Steve Jobs‑level simplicity and visual appeal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Instructions: Apply Apple‑style design (minimalist layout, high‑contrast typography, clean imagery). Use the PPTX pipeline to create the design and export it as a PDF.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Previous Step Results: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[step_1]: {"goal":"Create a 2‑page Apple‑style PDF introducing Aiden IWO with Steve Jobs‑level simplicity and visual appeal","handler":"general","message":"Step \"Draft Content\" executed successfully","stepKey":"step_1","duration":0,"toolsAvailable":["Brand Guidelines","Doc Coauthoring","Frontend Design","Web Artifacts Builder"],"previousStepResults":[]}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Available Tools: Brand Guidelines, Canvas Design, Pdf, 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Execution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work order was processed by Aiden's PocketFlow engine using the hardcoded policy engine (LLM not enabled). The order passed Tier 1 policy validation and was executed by the assigned sub-agent.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Actions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Schema Validation — Work order schema validated against standard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Policy Check — Priority "medium" cleared all policy gates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Execution — Work order executed by handler with standard procedures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Verification — Output verified and marked as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 order "Design Layout &amp; Export" has been completed successfully. All actions were performed according to standard operating procedures for standard work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Enable LLM integration in Settings to get AI-generated deliverables with full context-aware content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Review execution logs for detailed step-by-step timeline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_Generated by Aiden PocketFlow (fallback mode) on 2026-03-07T16:15:38.060Z_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