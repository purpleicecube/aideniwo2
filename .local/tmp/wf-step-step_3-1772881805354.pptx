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Design Layout (Apple style)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# Aiden IWO – Apple‑style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1 – Cover /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AI, 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Typography: Large, bold Poppins (fallback Arial), centered on a pristine white background. Ample whitespace surrounds the text, giving it breathing room and a sense of calm authority.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 / Positioning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“Aiden IWO is the iPhone of AI orchestration – powerful, elegant, and unbelievably simple.”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Typography: Slightly smaller Lora (fallback Georgia), centered directly beneath the headline. The line‑height is generous, reinforcing the minimalist aesthetic.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Tagline / Body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One tool. One vision. One future.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Typography: Same Lora family, centered below the sub‑headline. The text is rendered in a medium weight, creating a subtle visual hierarchy.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Imagery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 faint, high‑resolution abstract gradient (soft blues fading into gentle greys) sits behind the typography, barely perceptible but adding depth. The gradient is deliberately low‑contrast so the text remains the focal point.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Design notes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White background with generous margins (≈1.5 in on all sides).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No borders or decorative elements; only a thin, light‑gray line (≈#e8e6dc) runs across the top edge to hint at structure.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All elements are left‑aligned to the vertical center of the page, creating a balanced, centered composition that feels both modern and timeless.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2 –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Title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Think Different. Orchestrate Better.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Typography: Poppins (fallback Arial), centered near the top of the page, slightly larger than the headline on Page 1 to signal a new section while maintaining visual continuity.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Introductory Paragraph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Aiden IWO unifies every AI model, workflow, and data source into a single, intuitive canvas. No code, no chaos—just clarity.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Typography: Lora (fallback Georgia), left‑aligned with a comfortable margin, line‑height set to 1.6 for easy reading. The paragraph sits beneath the title with a modest vertical gap, preserving whitespace.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Features Section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Features that Speak for Themselves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- Instant Integration – Connect any model or API with a single click.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- Unified Canvas – Visualize pipelines, data flows, and results in one place.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- Zero‑Code Automation – Drag‑and‑drop actions replace scripts.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- Smart Context Switching – Seamlessly move between chat, code, and data.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- Enterprise‑Grade Security – End‑to‑end encryption, role‑based access.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Typography: Bulleted list uses Lora for body text; each feature title is bolded in Poppins to create a subtle hierarchy.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Visual Accent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 delicate, monochrome line illustration (thin strokes resembling a circuit board) runs horizontally across the middle of the page, acting as a visual separator between the introductory paragraph and the features list. The illustration is rendered in a soft gray (#b0aea5) to stay in the background while adding a touch of sophistication.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Call‑to‑Action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Experience the future of AI orchestration. Visit [aiden.iwo]()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Typography: Same Lora, centered at the bottom of the page, with a slight increase in weight to draw attention without breaking the minimalist tone.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Design notes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 remains white; the only color accents are the subtle gray line illustration and the thin top border (light gray #e8e6dc).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Consistent margins (≈1.5 in) mirror Page 1, reinforcing a cohesive visual language.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All text is left‑aligned except the title and CTA, which are centered to create visual rhythm.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No additional images; the focus stays on clean type and whitespace, embodying Apple’s design philosophy of “less is more.”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markdown captures the exact copy, typographic choices, layout cues, and visual accents that should be translated into a two‑page PDF. When rendered, the PDF will feature a pristine white canvas, generous whitespace, and the specified fonts, delivering a Steve‑Jobs‑level minimalist presentation of Aiden IWO.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aiden_iwo_apple_style.pdf – the two‑page Apple‑style PDF is attached to this response. It follows the layout, typography, and visual guidelines you provided, with clean white space, minimalist imagery, and the specified copy.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– Apple‑style PDF (Anthropic‑branded)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*All headings are rendered in Poppins (fallback Arial) and use Anthropic’s primary dark text color `#141413`.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All body copy is rendered in Lora (fallback Georgia) and uses the same dark text color.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Accent elements (lines, separators) use Anthropic’s light‑gray `#e8e6dc` and mid‑gray `#b0aea5` to preserve the minimalist Apple aesthetic while staying on‑brand.*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style="font-family:'Poppins',Arial; font-size:36pt; color:#141413; text-align:center; margin-top:2in; margin-bottom:0.5in;"&gt;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 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style="font-family:'Lora',Georgia; font-size:18pt; color:#141413; text-align:center; line-height:1.6; margin-left:1.5in; margin-right:1.5in;"&gt;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“Aiden IWO is the iPhone of AI orchestration – powerful, elegant, and unbelievably simple.”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style="font-family:'Lora',Georgia; font-size:16pt; color:#141413; text-align:center; margin-top:0.5in;"&gt;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One tool. One vision. One future.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&lt;hr style="border:none; height:1px; background-color:#e8e6dc; margin-top:2in; margin-bottom:2in;"&gt;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 style="font-family:'Poppins',Arial; font-size:30pt; color:#141413; text-align:center; margin-top:0.5in; margin-bottom:0.3in;"&gt;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Think Different. Orchestrate Better.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style="font-family:'Lora',Georgia; font-size:16pt; color:#141413; text-align:left; line-height:1.6; margin-left:1.5in; margin-right:1.5in;"&gt;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unifies every AI model, workflow, and data source into a single, intuitive canvas. No code, no chaos—just clarity.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&lt;hr style="border:none; height:1px; background-color:#b0aea5; margin-top:0.75in; margin-bottom:0.75in;"&gt;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&lt;h3 style="font-family:'Poppins',Arial; font-size:20pt; color:#141413; margin-left:1.5in; margin-right:1.5in;"&gt;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Features that Speak for Themselves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&lt;/h3&gt;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&lt;ul style="font-family:'Lora',Georgia; font-size:16pt; color:#141413; line-height:1.6; margin-left:2in; margin-right:1.5in;"&gt;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&lt;li&gt;&lt;strong&gt;Instant Integration&lt;/strong&gt; – Connect any model or API with a single click.&lt;/li&gt;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&lt;li&gt;&lt;strong&gt;Unified Canvas&lt;/strong&gt; – Visualize pipelines, data flows, and results in one place.&lt;/li&gt;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&lt;li&gt;&lt;strong&gt;Zero‑Code Automation&lt;/strong&gt; – Drag‑and‑drop actions replace scripts.&lt;/li&gt;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&lt;li&gt;&lt;strong&gt;Smart Context Switching&lt;/strong&gt; – Seamlessly move between chat, code, and data.&lt;/li&gt;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&lt;li&gt;&lt;strong&gt;Enterprise‑Grade Security&lt;/strong&gt; – End‑to‑end encryption, role‑based access.&lt;/li&gt;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style="font-family:'Lora',Georgia; font-size:16pt; color:#141413; text-align:center; margin-top:1in;"&gt;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Experience the future of AI orchestration. &lt;a href="https://aiden.iwo" style="color:#6a9bcc; text-decoration:none;"&gt;aiden.iwo&lt;/a&gt;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&lt;/p&gt;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