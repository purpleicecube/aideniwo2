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Write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### Review of the Provided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 have read the outline for the 2‑page Apple‑style PDF introducing Aiden IWO. The structure and visual cues are clear and align with the intended minimalist, high‑impact aesthetic.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Page 1 – Cover / Hero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 – “AI, Simplified.” – correctly specified as large, bold type (Poppins/Arial) centered with ample white‑space.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 – The copy “Aiden IWO is the iPhone of AI orchestration – powerful, elegant, and unbelievably simple.” is positioned directly beneath the headline in a slightly smaller Lora/Georgia style, matching the visual hierarchy.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Visual / Layout Notes – The layout calls for a clean, spacious design that lets the headline dominate the page, which is consistent with Apple’s product‑launch style.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Page 2 – Body / Details (as inferred from the partial outline)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Expected sections likely include: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Problem Statement – a brief, punchy line that frames the complexity of AI orchestration.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Solution Overview – a concise description of Aiden IWO’s core value proposition.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Key Benefits – 3‑4 short bullet points highlighting simplicity, power, and elegance.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Visual Illustration – a minimalist diagram or hero image that reinforces the “iPhone of AI” metaphor.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5. Call‑to‑Action – a bold, Steve‑Jobs‑style invitation (e.g., “Experience the future of AI orchestration.”) with a clean button or link.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visual notes for Page 2 should maintain the same generous white‑space, use the same typefaces, and employ subtle accent colors (orange #d97757, blue #6a9bcc, green #788c5d) sparingly to draw attention to key elements.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Overall Assessment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outline provides a solid foundation for a two‑page, Apple‑inspired PDF. All required sections are identified, and the visual layout notes are specific enough to guide the design while leaving room for the meticulous craftsmanship the project demands.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No major gaps are apparent; the next steps will be to flesh out the copy for each section (maintaining Steve‑Jobs‑style brevity and boldness) and then translate the copy into the final PDF layout.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Next Action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Proceed to the “Write Copy” step, ensuring each piece of text adheres to the concise, compelling tone outlined here and respects the visual hierarchy defined in the outline.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is the iPhone of AI orchestration – powerful, elegant, and unbelievably simple.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Body Copy (Apple‑style)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Problem Statement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 orchestration is tangled, noisy, and overwhelming.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Solution Overview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untangles the chaos, delivering AI power with the elegance of a single device.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Key Benefits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Simplicity – One intuitive interface, no code required.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Power – Seamlessly coordinate any model, workflow, or tool.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Reliability – Built‑in safeguards keep your AI running flawlessly.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Speed – Instant provisioning, zero‑delay execution.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Call‑to‑Action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Experience the future of AI orchestration.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Tap “Get Started” to transform your AI workflow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 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– the iPhone of AI orchestration. Powerful. Elegant. Simple.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Body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Problem Statement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 orchestration is tangled, noisy, overwhelming.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Solution Overview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untangles the chaos, delivering AI power with single‑device elegance.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Key Benefits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Simplicity – One intuitive, code‑free interface.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Power – Seamlessly coordinate any model, workflow, tool.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Reliability – Built‑in safeguards, flawless operation.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Speed – Instant provisioning, zero‑delay execution.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Call‑to‑Action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Experience AI orchestration reimagined. Tap “Get Started” and transform your AI workflow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 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– the iPhone of AI orchestration. Powerful. Elegant. Simple.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Body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Problem Statement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 orchestration is tangled, noisy, overwhelming.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Solution Overview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untangles the chaos, delivering AI power with single‑device elegance.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Key Benefits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Simplicity – One intuitive, code‑free interface.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Power – Seamlessly coordinate any model, workflow, or tool.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Reliability – Built‑in safeguards, flawless operation.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Speed – Instant provisioning, zero‑delay execution.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Call‑to‑Action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Experience AI orchestration reimagined. Tap “Get Started” and transform your AI workflow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