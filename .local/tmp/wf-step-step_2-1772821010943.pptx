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Define site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Define site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Outline five pages (Home, About, Features, Docs, Contact) and their content hierarchy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Create a five‑page Apple‑style HTML website named Iowa (codename Aiden IWO)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Outline five pages (Home, About, Features, Docs, Contact) and their content hierarchy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Previous Step Results: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[step_1]: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&gt; Tool "brave-search" failed: Tool "brave-search" not found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html&gt;&lt;html&gt;&lt;head&gt;&lt;meta charset="UTF-8"&gt;&lt;meta name="viewport" content="width=device-width, initial-scale=1.0"&gt;&lt;meta name="description" content="Iowa Website"&gt;&lt;title&gt;Iowa&lt;/title&gt;&lt;style&gt;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"Define site architecture"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2026-03-06T18:16:51.386Z_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