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Create Marketing 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4023360"/>
            <a:ext cx="3962095" cy="508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STEP: Create Marketing Presentation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Description: Create a PowerPoint slide deck presenting the Klear.ai product pitch — 5 slides Apple style brand design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Workflow Goal: Create a 5-slide Apple-style Klear.ai pitch deck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Instructions: Create a PowerPoint slide deck presenting the Klear.ai product pitch — 5 slides Apple style brand design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Available Tools: Brand Guidelines, Canvas Design, 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Execution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This work order was processed by Aiden's PocketFlow engine using the hardcoded policy engine (LLM not enabled). The order passed Tier 1 policy validation and was executed by the assigned sub-agent.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Actions Taken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1. Schema Validation — Work order schema validated against standard requirements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2. Policy Check — Priority "medium" cleared all policy gates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3. Execution — Work order executed by handler with standard procedures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4. Verification — Output verified and marked as complete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Work order "Create Marketing Presentation" has been completed successfully. All actions were performed according to standard operating procedures for standard work orders.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155680" y="27432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666688"/>
                </a:solidFill>
              </a:defRPr>
            </a:pPr>
            <a: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solidFill>
            <a:srgbClr val="8B49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91C53"/>
                </a:solidFill>
              </a:defRPr>
            </a:pPr>
            <a:r>
              <a:t>Recommendations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Enable LLM integration in Settings to get AI-generated deliverables with full context-aware content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Review execution logs for detailed step-by-step timeline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---</a:t>
            </a:r>
          </a:p>
          <a:p>
            <a:pPr>
              <a:spcAft>
                <a:spcPts val="800"/>
              </a:spcAft>
              <a:defRPr sz="1800">
                <a:solidFill>
                  <a:srgbClr val="2D2D2D"/>
                </a:solidFill>
              </a:defRPr>
            </a:pPr>
            <a:r>
              <a:t>•  _Generated by Aiden PocketFlow (fallback mode) on 2026-03-07T16:05:42.836Z_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C5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