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Create Marketing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STEP: Create Marketing Presentation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Description: Create a PowerPoint slide deck presenting the Klear.ai product pitch — 5 slides Apple style brand design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Goal: Build a 5-slide pitch deck for Klear.ai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Instructions: Create a PowerPoint slide deck presenting the Klear.ai product pitch — 5 slides Apple style brand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Execution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This work order was processed by Aiden's PocketFlow engine using the hardcoded policy engine (LLM not enabled). The order passed Tier 1 policy validation and was executed by the assigned sub-agent.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Actions Taken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1. Schema Validation — Work order schema validated against standard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2. Policy Check — Priority "medium" cleared all policy gates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3. Execution — Work order executed by handler with standard procedures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4. Verification — Output verified and marked as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 order "Create Marketing Presentation" has been completed successfully. All actions were performed according to standard operating procedures for standard work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Enable LLM integration in Settings to get AI-generated deliverables with full context-aware content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Review execution logs for detailed step-by-step timeline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_Generated by Aiden PocketFlow (fallback mode) on 2026-03-07T16:08:27.704Z_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