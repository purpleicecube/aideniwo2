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Iowa Welcome Site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Create a polished five-page HTML website (Apple-style) for the Aiden IWO project, codename Iowa, and deliver a sandbox preview.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technical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"Iowa Welcome Site Build" has been completed successfully. All actions were performed according to standard operating procedures for technical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2026-03-08T02:28:14.994Z_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