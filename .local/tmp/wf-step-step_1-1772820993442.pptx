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Research Apple design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&gt; Tool "brave-search" failed: Tool "brave-search" not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initial-scale=1.0"&gt;&lt;meta name="description" content="Iowa Website"&gt;&lt;title&gt;Iowa&lt;/title&gt;&lt;style&gt;body { display: flex; flex-direction: column; align-items: center; padding: 0; margin: 0; }&lt;/style&gt;&lt;/head&gt;&lt;body&gt;&lt;/body&gt;&lt;/html&gt;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initial-scale=1.0"&gt;&lt;meta name="description" content="Iowa Website"&gt;&lt;title&gt;Iowa&lt;/title&gt;&lt;style&gt;body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0;"&gt;Iowa&lt;/h1&gt;&lt;p style="font-size: 22pt; margin: 0;"&gt;Explore the Hawkeye State&lt;/p&gt;&lt;/div&gt;&lt;div class="content"&gt;&lt;img src="https://picsum.photos/800/400" alt="Iowa Landscape"&gt;&lt;p&gt;Iowa is a state located in the Midwestern United States. It is known for its rolling hills, scenic countryside, and vibrant cities.&lt;/p&gt;&lt;p&gt;From the Mississippi River to the Missouri River, Iowa is a state with a rich history, diverse culture, and breathtaking natural beauty.&lt;/p&gt;&lt;/div&gt;&lt;div class="footer"&gt;&lt;p&gt;&amp;copy; 2024 Iowa Website&lt;/p&gt;&lt;/div&gt;&lt;/div&gt;&lt;/body&gt;&lt;/html&gt;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initial-scale=1.0"&gt;&lt;meta name="description" content="Iowa Website"&gt;&lt;title&gt;Iowa&lt;/title&gt;&lt;style&gt;body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0;"&gt;Iowa&lt;/h1&gt;&lt;p style="font-size: 22pt; margin: 0;"&gt;Explore the Hawkeye State&lt;/p&gt;&lt;/div&gt;&lt;div class="content"&gt;&lt;img src="https://picsum.photos/800/400" alt="Iowa Landscape"&gt;&lt;p&gt;Iowa is a state located in the Midwestern United States. It is known for its rolling hills, scenic countryside, and vibrant cities.&lt;/p&gt;&lt;p&gt;From the Mississippi River to the Missouri River, Iowa is a state with a rich history, diverse culture, and breathtaking natural beauty.&lt;/p&gt;&lt;/div&gt;&lt;div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Attractions"&gt;&lt;title&gt;Iowa Attractions&lt;/title&gt;&lt;style&gt;body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Attractions&lt;/h1&gt;&lt;p style="font-size: 22pt; margin: 0;"&gt;Discover the Best of Iowa&lt;/p&gt;&lt;/div&gt;&lt;div class="content"&gt;&lt;img src="https://picsum.photos/800/400" alt="Iowa Attractions"&gt;&lt;p&gt;Iowa is home to a variety of attractions, including the Iowa State Fairgrounds, the Des Moines Art Center, and the Iowa Great Lakes.&lt;/p&gt;&lt;p&gt;Visit the Amana Colonies, a group of seven German-inspired villages, or explore the scenic countryside and rolling hills of the state.&lt;/p&gt;&lt;/div&gt;&lt;div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Events"&gt;&lt;title&gt;Iowa Events&lt;/title&gt;&lt;style&gt;body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Events&lt;/h1&gt;&lt;p style="font-size: 22pt; margin: 0;"&gt;Find Out What's Happening in Iowa&lt;/p&gt;&lt;/div&gt;&lt;div class="content"&gt;&lt;img src="https://picsum.photos/800/400" alt="Iowa Events"&gt;&lt;p&gt;Iowa hosts a variety of events throughout the year, including the Iowa State Fair, the Des Moines Arts Festival, and the Iowa City Jazz Festival.&lt;/p&gt;&lt;p&gt;Check out the Iowa Events Calendar to find out what's happening in the state and plan your trip accordingly.&lt;/p&gt;&lt;/div&gt;&lt;div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Food"&gt;&lt;title&gt;Iowa Food&lt;/title&gt;&lt;style&gt;body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Food&lt;/h1&gt;&lt;p style="font-size: 22pt; margin: 0;"&gt;Taste the Flavors of Iowa&lt;/p&gt;&lt;/div&gt;&lt;div class="content"&gt;&lt;img src="https://picsum.photos/800/400" alt="Iowa Food"&gt;&lt;p&gt;Iowa is famous for its farm-to-table cuisine, with popular dishes like pork tenderloin, sweet corn, and fried Iowa catfish.&lt;/p&gt;&lt;p&gt;Visit one of the many local restaurants or food festivals to experience the unique flavors of the state.&lt;/p&gt;&lt;/div&gt;&lt;div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Contact"&gt;&lt;title&gt;Iowa Contact&lt;/title&gt;&lt;style&gt;body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Contact&lt;/h1&gt;&lt;p style="font-size: 22pt; margin: 0;"&gt;Get in Touch with Us&lt;/p&gt;&lt;/div&gt;&lt;div class="content"&gt;&lt;img src="https://picsum.photos/800/400" alt="Iowa Contact"&gt;&lt;p&gt;Have any questions or comments about Iowa? We'd love to hear from you.&lt;/p&gt;&lt;p&gt;Contact us at &lt;a href="mailto:info@iowa.com"&gt;info@iowa.com&lt;/a&gt; or visit our office at 123 Main St, Des Moines, IA 50309.&lt;/p&gt;&lt;/div&gt;&lt;div class="footer"&gt;&lt;p&gt;&amp;copy; 2024 Iowa Website&lt;/p&gt;&lt;/div&gt;&lt;/div&gt;&lt;/body&gt;&lt;/html&gt;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initial-scale=1.0"&gt;&lt;meta name="description" content="Iowa Website"&gt;&lt;title&gt;Iowa&lt;/title&gt;&lt;style&gt;body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0;"&gt;Iowa&lt;/h1&gt;&lt;p style="font-size: 22pt; margin: 0;"&gt;Explore the Hawkeye State&lt;/p&gt;&lt;/div&gt;&lt;div class="content"&gt;&lt;img src="https://picsum.photos/800/400" alt="Iowa Landscape"&gt;&lt;p&gt;Iowa is a state located in the Midwestern United States. It is known for its rolling hills, scenic countryside, and vibrant cities.&lt;/p&gt;&lt;p&gt;From the Mississippi River to the Missouri River, Iowa is a state with a rich history, diverse culture, and breathtaking natural beauty.&lt;/p&gt;&lt;/div&gt;&lt;div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Attractions"&gt;&lt;title&gt;Iowa Attractions&lt;/title&gt;&lt;style&gt;body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Attractions&lt;/h1&gt;&lt;p style="font-size: 22pt; margin: 0;"&gt;Discover the Best of Iowa&lt;/p&gt;&lt;/div&gt;&lt;div class="content"&gt;&lt;img src="https://picsum.photos/800/400" alt="Iowa Attractions"&gt;&lt;p&gt;Iowa is home to a variety of attractions, including the Iowa State Fairgrounds, the Des Moines Art Center, and the Iowa Great Lakes.&lt;/p&gt;&lt;p&gt;Visit the Amana Colonies, a group of seven German-inspired villages, or explore the scenic countryside and rolling hills of the state.&lt;/p&gt;&lt;/div&gt;&lt;div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Events"&gt;&lt;title&gt;Iowa Events&lt;/title&gt;&lt;style&gt;body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Events&lt;/h1&gt;&lt;p style="font-size: 22pt; margin: 0;"&gt;Find Out What's Happening in Iowa&lt;/p&gt;&lt;/div&gt;&lt;div class="content"&gt;&lt;img src="https://picsum.photos/800/400" alt="Iowa Events"&gt;&lt;p&gt;Iowa hosts a variety of events throughout the year, including the Iowa State Fair, the Des Moines Arts Festival, and the Iowa City Jazz Festival.&lt;/p&gt;&lt;p&gt;Check out the Iowa Events Calendar to find out what's happening in the state and plan your trip accordingly.&lt;/p&gt;&lt;/div&gt;&lt;div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Food"&gt;&lt;title&gt;Iowa Food&lt;/title&gt;&lt;style&gt;body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Food&lt;/h1&gt;&lt;p style="font-size: 22pt; margin: 0;"&gt;Taste the Flavors of Iowa&lt;/p&gt;&lt;/div&gt;&lt;div class="content"&gt;&lt;img src="https://picsum.photos/800/400" alt="Iowa Food"&gt;&lt;p&gt;Iowa is famous for its farm-to-table cuisine, with popular dishes like pork tenderloin, sweet corn, and fried Iowa catfish.&lt;/p&gt;&lt;p&gt;Visit one of the many local restaurants or food festivals to experience the unique flavors of the state.&lt;/p&gt;&lt;/div&gt;&lt;div class="footer"&gt;&lt;p&gt;&amp;copy; 2024 Iowa Website&lt;/p&gt;&lt;/div&gt;&lt;/div&gt;&lt;/body&gt;&lt;/html&gt;&lt;html&gt;&lt;head&gt;&lt;meta charset="UTF-8"&gt;&lt;meta name="viewport" content="width=device-width, initial-scale=1.0"&gt;&lt;meta name="description" content="Iowa Contact"&gt;&lt;title&gt;Iowa Contact&lt;/title&gt;&lt;style&gt;body { display: flex; flex-direction: column; align-items: center; padding: 0; margin: 0; font-family: Arial, sans-serif; } .container { max-width: 1200px; margin: 0 auto; padding: 20px; } .header { background-color: #091C53; color: #fff; padding: 20px; text-align: center; } .footer { background-color: #091C53; color: #fff; padding: 20px; text-align: center; } .content { display: flex; flex-direction: column; align-items: center; padding: 20px; } .content img { width: 100%; height: auto; margin: 20px 0; } h1 { font-size: 36px; margin-bottom: 20px; } p { font-size: 18px; margin-bottom: 20px; } &lt;/style&gt;&lt;/head&gt;&lt;body&gt;&lt;div class="container"&gt;&lt;div class="header"&gt;&lt;h1 style="font-size: 44pt; margin: 0;"&gt;Iowa Contact&lt;/h1&gt;&lt;p style="font-size: 22pt; margin: 0;"&gt;Get in Touch with Us&lt;/p&gt;&lt;/div&gt;&lt;div class="content"&gt;&lt;img src="https://picsum.photos/800/400" alt="Iowa Contact"&gt;&lt;p&gt;Have any questions or comments about Iowa? We'd love to hear from you.&lt;/p&gt;&lt;p&gt;Contact us at &lt;a href="mailto:info@iowa.com"&gt;info@iowa.com&lt;/a&gt; or visit our office at 123 Main St, Des Moines, IA 50309.&lt;/p&gt;&lt;/div&gt;&lt;div class="footer"&gt;&lt;p&gt;&amp;copy; 2024 Iowa Website&lt;/p&gt;&lt;/div&gt;&lt;/div&gt;&lt;/body&gt;&lt;/html&gt;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