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Executive Brief – AIDEN IWO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DONT Duplicate content ...  Create a one‑page executive brief in markdown format with an overview paragraph (3 sentences), a Core Capabilities section (5 bullet points), Target Audience (2 sentences), Three Key Differentiators (numbered list), and a Conclusion (1 sentence).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general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"Executive Brief – AIDEN IWO Platform" has been completed successfully. All actions were performed according to standard operating procedures for general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2026-03-08T02:44:10.163Z_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