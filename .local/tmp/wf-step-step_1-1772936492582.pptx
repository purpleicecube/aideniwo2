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Define Site Structure &amp; Content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Define Site Structure &amp; Content Outline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Create a concise outline of the five pages (Home, About, Features, Pricing, Contact) with placeholder copy and key UI elements. No external agent needed – the Workflow PM will generate this spec.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Create a five‑page, Apple‑style HTML website (codename Iowa) and publish a sandbox preview for review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Create a concise outline of the five pages (Home, About, Features, Pricing, Contact) with placeholder copy and key UI elements. No external agent needed – the Workflow PM will generate this spec.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Available Tools: Doc Coauthoring, Frontend Design, Web Artifacts Builder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"Define Site Structure &amp; Content Outline"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2026-03-08T02:21:43.050Z_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