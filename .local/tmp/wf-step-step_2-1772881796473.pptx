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Write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“Aiden IWO is the iPhone of AI orchestration – powerful, elegant, and unbelievably simple.”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/ Tagline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tool. One vision. One future.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unifies every AI model, workflow, and data source into a single, intuitive canvas. No code, no chaos—just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Instant integration – plug any model in seconds.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Visual pipelines – drag, drop, and watch intelligence flow.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Zero‑maintenance – we handle scaling, updates, security.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Enterprise‑grade security – your data stays yours.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The Result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Faster decisions, lower costs, and a team that spends time creating, not troubleshooting.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Join the Revolution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Download the beta today. Experience AI the way it was meant to be—simple, beautiful, unstoppable.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is the iPhone of AI orchestration – powerful, elegant, unbelievably simple.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/ Tagline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tool. One vision. One future.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unites every model, workflow, and data source on a single, intuitive canvas. No code. No chaos. 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Instant integration – plug any model in seconds.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Visual pipelines – drag, drop, and watch intelligence flow.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Zero‑maintenance – we handle scaling, updates, security.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Enterprise‑grade security – your data stays yours.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The Result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Faster decisions, lower costs, and a team that creates, not troubleshoots.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Join the Revolution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Download the beta today. Experience AI the way it was meant to be—simple, beautiful, unstoppable.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 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is the iPhone of AI orchestration – powerful, elegant, unbelievably simple.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/ Tagline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tool. One vision. One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 2 –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unites every model, workflow, and data source on a single, intuitive canvas. No code. No chaos. 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Instant integration – plug any model in seconds.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Visual pipelines – drag, drop, and watch intelligence flow.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Zero‑maintenance – we handle scaling, updates, security.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Enterprise‑grade security – your data stays yours.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The Result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Faster decisions, lower costs, and a team that creates, not troubleshoots.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Join the Revolution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Download the beta today. Experience AI the way it was meant to be—simple, beautiful, unstoppable.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