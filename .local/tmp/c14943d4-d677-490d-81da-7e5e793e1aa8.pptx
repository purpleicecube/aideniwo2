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Five-Slide PowerPoint Deck — Meet Aiden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&lt;!DOCTYPE 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content="Meet Aiden PowerPoint Deck"&gt;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&lt;title&gt;Meet Aiden&lt;/title&gt;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.slide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 800px;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 600px;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20px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#f0f0f0;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box-sizing: border-box;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 1px solid #ddd;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 0 0 10px rgba(0, 0, 0, 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.slide-title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36px;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 bold;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.slide-content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18px;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.image-placeholder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 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 200px;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background-size: cover;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background-position: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20px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.design-notes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14px;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#666;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.copy-notes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14px;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#666;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class="slide"&gt;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class="slide-title"&gt;Meet Aiden&lt;/h1&gt;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class="slide-content"&gt;Aiden is a highly advanced language model designed to assist and communicate with humans in a more natural and intuitive way.&lt;/p&gt;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class="image-placeholder" style="background-image: url('https://picsum.photos/800/400');"&gt;&lt;/div&gt;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class="design-notes"&gt;Design Notes: Use a clean and modern design theme, with a bold font for the title and a clear font for the content. Use a high-quality image placeholder to add visual interest.&lt;/p&gt;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class="copy-notes"&gt;Copy Notes: Write a clear and concise introduction to Aiden, highlighting its key features and benefits. Use a friendly and approachable tone to make the content more engaging and accessible.&lt;/p&gt;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class="slide"&gt;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class="slide-title"&gt;Aiden's Capabilities&lt;/h1&gt;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class="slide-content"&gt;Aiden is capable of understanding and responding to a wide range of questions and topics, from simple queries to complex discussions.&lt;/p&gt;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class="image-placeholder" style="background-image: url('https://picsum.photos/seed/topic/800/400');"&gt;&lt;/div&gt;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class="design-notes"&gt;Design Notes: Use a bold and colorful design theme to highlight Aiden's capabilities and features. Use icons or graphics to add visual interest and illustrate key points.&lt;/p&gt;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class="copy-notes"&gt;Copy Notes: Write a clear and concise overview of Aiden's capabilities, highlighting its key features and benefits. Use a friendly and approachable tone to make the content more engaging and accessible.&lt;/p&gt;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class="slide"&gt;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class="slide-title"&gt;Aiden's Benefits&lt;/h1&gt;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class="slide-content"&gt;Aiden can help humans in a variety of ways, from providing information and answering questions to assisting with tasks and projects.&lt;/p&gt;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class="image-placeholder" style="background-image: url('https://picsum.photos/800/400');"&gt;&lt;/div&gt;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class="design-notes"&gt;Design Notes: Use a clean and modern design theme, with a bold font for the title and a clear font for the content. Use a high-quality image placeholder to add visual interest.&lt;/p&gt;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class="copy-notes"&gt;Copy Notes: Write a clear and concise overview of Aiden's benefits, highlighting its key features and advantages. Use a friendly and approachable tone to make the content more engaging and accessible.&lt;/p&gt;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class="slide"&gt;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class="slide-title"&gt;Aiden's Future&lt;/h1&gt;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class="slide-content"&gt;Aiden is constantly learning and improving, with new features and capabilities being added all the time.&lt;/p&gt;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class="image-placeholder" style="background-image: url('https://picsum.photos/seed/topic/800/400');"&gt;&lt;/div&gt;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class="design-notes"&gt;Design Notes: Use a bold and colorful design theme to highlight Aiden's future plans and developments. Use icons or graphics to add visual interest and illustrate key points.&lt;/p&gt;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class="copy-notes"&gt;Copy Notes: Write a clear and concise overview of Aiden's future plans and developments, highlighting its key features and benefits. Use a friendly and approachable tone to make the content more engaging and accessible.&lt;/p&gt;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class="slide"&gt;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class="slide-title"&gt;Conclusion&lt;/h1&gt;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class="slide-content"&gt;Aiden is a powerful and advanced language model that can help humans in a variety of ways. With its constantly improving capabilities and features, Aiden is an exciting and innovative tool that is sure to make a big impact in the future.&lt;/p&gt;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class="image-placeholder" style="background-image: url('https://picsum.photos/800/400');"&gt;&lt;/div&gt;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class="design-notes"&gt;Design Notes: Use a clean and modern design theme, with a bold font for the title and a clear font for the content. Use a high-quality image placeholder to add visual interest.&lt;/p&gt;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class="copy-notes"&gt;Copy Notes: Write a clear and concise conclusion to the presentation, summarizing the key points and highlighting Aiden's benefits and features. Use a friendly and approachable tone to make the content more engaging and accessible.&lt;/p&gt;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