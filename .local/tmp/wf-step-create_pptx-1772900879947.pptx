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Create Marketing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Create Marketing Presentation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Create a PowerPoint slide deck presenting the Klear.ai product pitch — 5 slides Apple style brand design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Cancel test run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Create a PowerPoint slide deck presenting the Klear.ai product pitch — 5 slides Apple style brand design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Available Tools: Brand Guidelines, Canvas Design, 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"Create Marketing Presentation"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2026-03-07T16:28:02.349Z_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