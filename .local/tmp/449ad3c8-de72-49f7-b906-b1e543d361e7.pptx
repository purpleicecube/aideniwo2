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Iowa Welcome Site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:root {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 Colors – Apple‑inspired reinterpretation of Anthropic palette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   / Dark – primary text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 / Mid gray – secondary UI elements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 / Light – page background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   / Subtle blue accent (Apple‑style)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 Typography – clean system fonts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 Example usage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h1, h2, h3, h4, h5, h6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var(--color-accent);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 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a:hover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 underline;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 inline-block;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0.5rem 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var(--color-accent);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 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cursor: pointer;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.button:hover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background-color: #5a8bb8; / slightly darker on hover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A clean, Apple‑style welcome site showcasing the state’s highlights, attractions, visitor information, gallery, and contact details."&gt;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--font-sans: -apple-system, BlinkMacSystemFont, "Segoe UI", Roboto, Helvetica,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--color-bg: #ffffff;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#0a84ff;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--color-text: #1c1c1e;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--color-muted: #6e6e73;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--spacing: 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--max-width: 960px;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{ box-sizing: border-box; margin: 0; padding: 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var(--font-sans);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var(--color-text);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var(--spacing)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 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margin-right: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 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 { text-decoration: underline;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main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max-width: var(--max-width);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 0 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calc(var(--spacing) * 2) 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border-bottom: 1px solid #e5e5ea;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section:last-of-type { border: none;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1.75rem;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var(--color-muted);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 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 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 8px;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 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var(--spacing);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0.875rem;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var(--color-muted);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html { scroll-behavior: smooth;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href="#home"&gt;Home&lt;/a&gt;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href="#about"&gt;About Iowa&lt;/a&gt;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href="#attractions"&gt;Attractions&lt;/a&gt;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href="#visitor"&gt;Visitor 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href="#gallery"&gt;Gallery&lt;/a&gt;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href="#contact"&gt;Contact&lt;/a&gt;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id="home" aria-label="Home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&lt;h2&gt;Welcome to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src="https://picsum.photos/seed/home/800/400" alt="Scenic Iowa landscape with rolling fields and a clear sky"&gt;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&lt;p&gt;Discover the heartland’s blend of natural beauty, vibrant communities, and timeless hospitality. Iowa invites you to explore, experience, and enjoy.&lt;/p&gt;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id="about" aria-label="About Iowa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&lt;h2&gt;About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src="https://picsum.photos/seed/about/800/400" alt="Map of Iowa highlighting major cities and landmarks"&gt;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&lt;p&gt;Iowa, located in the Midwestern United States, is known for its fertile plains, pioneering spirit, and cultural richness. From historic towns to modern innovation, the state offers a unique balance of tradition and progress.&lt;/p&gt;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id="attractions" aria-label="Attractions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&lt;h2&gt;Top Attractions&lt;/h2&gt;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src="https://picsum.photos/seed/attractions/800/400" alt="A collage of Iowa attractions: covered bridges, state parks, and a bustling downtown"&gt;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&lt;p&gt;Explore iconic sites such as the Amana Colonies, the Field of Dreams, the Loess Hills, and vibrant festivals that celebrate music, art, and agriculture.&lt;/p&gt;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id="visitor" aria-label="Visitor Information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&lt;h2&gt;Visitor Information&lt;/h2&gt;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src="https://picsum.photos/seed/visitor/800/400" alt="Visitor center with helpful staff and informational displays"&gt;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&lt;p&gt;Plan your trip with ease. Find accommodation options, transportation tips, seasonal weather guides, and essential resources for a comfortable stay.&lt;/p&gt;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id="gallery" aria-label="Gallery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&lt;h2&gt;Gallery&lt;/h2&gt;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src="https://picsum.photos/seed/gallery/800/400" alt="A curated gallery showcasing Iowa’s landscapes, festivals, and community moments"&gt;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&lt;p&gt;Browse a curated collection of images that capture Iowa’s spirit—from sunrise over cornfields to lively city streets.&lt;/p&gt;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id="contact" aria-label="Contact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&lt;h2&gt;Contact Us&lt;/h2&gt;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src="https://picsum.photos/seed/contact/800/400" alt="Contact form illustration with a friendly representative"&gt;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&lt;p&gt;Have questions or need assistance? Reach out to our tourism office via email, phone, or the simple contact form below.&lt;/p&gt;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&lt;form aria-label="Contact form" action="#" method="post"&gt;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for="name"&gt;Name&lt;/label&gt;&lt;br&gt;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type="text" id="name" name="name" placeholder="Your name" style="width:100%;padding:0.5rem;margin-bottom:0.5rem;"&gt;&lt;br&gt;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for="email"&gt;Email&lt;/label&gt;&lt;br&gt;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type="email" id="email" name="email" placeholder="you@example.com" style="width:100%;padding:0.5rem;margin-bottom:0.5rem;"&gt;&lt;br&gt;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for="message"&gt;Message&lt;/label&gt;&lt;br&gt;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&lt;textarea id="message" name="message" rows="4" placeholder="Your message" style="width:100%;padding:0.5rem;margin-bottom:0.5rem;"&gt;&lt;/textarea&gt;&lt;br&gt;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&lt;button type="submit" style="background:var(--color-primary);color:#fff;border:none;padding:0.75rem 1.5rem;font-size:1rem;cursor:pointer;"&gt;Send&lt;/button&gt;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&lt;/form&gt;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  &lt;meta charset=\"UTF-8\"&gt;\n  &lt;meta name=\"viewport\" content=\"width=device-width, initial-scale=1.0\"&gt;\n  &lt;meta name=\"description\" content=\"Iowa – A clean, Apple‑style welcome site showcasing the state’s highlights, attractions, visitor information, gallery, and contact details.\"&gt;\n  &lt;title&gt;Iowa Welcome Site&lt;/title&gt;\n  &lt;style&gt;\n    :root {\n      / Colors – Apple‑inspired reinterpretation of Anthropic palette /\n      --color-primary: #141413;   / Dark – primary text /\n      --color-secondary: #b0aea5; / Mid gray – secondary UI elements /\n      --color-background: #faf9f5; / Light – page background /\n      --color-accent: #6a9bcc;   / Subtle blue accent (Apple‑style) /\n\n      / Typography – clean system fonts /\n      --font-heading: -apple-system, BlinkMacSystemFont, \"Helvetica Neue\", Arial, sans-serif;\n      --font-body: -apple-system, BlinkMacSystemFont, \"Helvetica Neue\", Georgia, serif;\n    }\n\n    / Global resets /\n    , ::before, ::after {\n      box-sizing: border-box;\n      margin: 0;\n      padding: 0;\n    }\n\n    body {\n      background-color: var(--color-background);\n      color: var(--color-primary);\n      font-family: var(--font-body);\n      line-height: 1.8;\n      -webkit-font-smoothing: antialiased;\n    }\n\n    / Layout */\n    .container {\n      max-width: 960px;\n      margin: 0 auto;\n      padding: 1.5rem;\n    }\n\n    header {\n      background-color: var(--color-primary);\n      color: #fff;\n      padding: 1.5rem;\n      text-align: center;\n      box-shadow: 0 2px 4px rgba(0,0,0,0.1);\n    }\n\n    header h1 {\n      font-family: var(--font-heading);\n      font-size: 2.5rem;\n      margin-bottom: 0.5rem;\n    }\n\n    nav {\n      margin-top: 0.5rem;\n    }\n\n    nav a {\n      color: #fff;\n      text-decoration: none;\n      margin: 0 0.75rem;\n      font-weight: 500;\n      font-family: var(--font-heading);\n    }\n\n    nav a:hover {\n      text-decoration: underline;\n    }\n\n    main {\n      padding-top: 2rem;\n    }\n\n    section {\n      background: #fff;\n      border-radius: 0.75rem;\n      box-shadow: 0 2px 6px rgba(0,0,0,0.08);\n      padding: 1.5rem;\n      margin-bottom: 2rem;\n    }\n\n    section h2 {\n      font-family: var(--font-heading);\n      font-size: 2rem;\n      margin-bottom: 1rem;\n      color: var(--color-primary);\n    }\n\n    p {\n      margin-bottom: 1rem;\n      color: var(--color-secondary);\n    }\n\n    img {\n      width: 100%;\n      height: auto;\n      border-radius: 0.5rem;\n      margin-bottom: 1rem;\n      box-shadow: 0 1px 3px rgba(0,0,0,0.1);\n    }\n\n    .button, button, .button {\n      display: inline-block;\n      padding: 0.75rem 1.5rem;\n      background-color: var(--color-accent);\n      color: #fff;\n      border: none;\n      border-radius: 0.5rem;\n      font-family: var(--font-heading);\n      font-size: 1rem;\n      cursor: pointer;\n      box-shadow: 0 2px 4px rgba(0,0,0,0.12);\n      transition: background-color 0.2s ease;\n    }\n\n    .button:hover, button:hover {\n      background-color: #5a8bb8;\n    }\n\n    form label {\n      display: block;\n      margin-bottom: 0.25rem;\n      font-weight: 500;\n    }\n\n    form input, form textarea {\n      width: 100%;\n      padding: 0.5rem;\n      margin-bottom: 1rem;\n      border: 1px solid #ccc;\n      border-radius: 0.4rem;\n      font-family: var(--font-body);\n    }\n\n    footer {\n      text-align: center;\n      padding: 1rem;\n      font-size: 0.875rem;\n      color: var(--color-secondary);\n    }\n\n    @media (prefers-reduced-motion: no-preference) {\n      html { scroll-behavior: smooth; }\n    }\n  &lt;/style&gt;\n&lt;/head&gt;\n&lt;body&gt;\n  &lt;header aria-label=\"Site header\"&gt;\n    &lt;h1&gt;Iowa&lt;/h1&gt;\n    &lt;nav aria-label=\"Primary navigation\"&gt;\n      &lt;a href=\"#home\"&gt;Home&lt;/a&gt;\n      &lt;a href=\"#about\"&gt;About&lt;/a&gt;\n      &lt;a href=\"#attractions\"&gt;Attractions&lt;/a&gt;\n      &lt;a href=\"#visitor\"&gt;Visitor Info&lt;/a&gt;\n      &lt;a href=\"#gallery\"&gt;Gallery&lt;/a&gt;\n      &lt;a href=\"#contact\"&gt;Contact&lt;/a&gt;\n    &lt;/nav&gt;\n  &lt;/header&gt;\n\n  &lt;main class=\"container\"&gt;\n    &lt;section id=\"home\" aria-label=\"Home page\"&gt;\n      &lt;h2&gt;Welcome to Iowa&lt;/h2&gt;\n      &lt;img src=\"https://picsum.photos/seed/home/800/400\" alt=\"Scenic Iowa landscape with rolling fields and a clear sky\"&gt;\n      &lt;p&gt;Discover the heartland’s blend of natural beauty, vibrant communities, and timeless hospitality. Iowa invites you to explore, experience, and enjoy.&lt;/p&gt;\n    &lt;/section&gt;\n\n    &lt;section id=\"about\" aria-label=\"About Iowa page\"&gt;\n      &lt;h2&gt;About Iowa&lt;/h2&gt;\n      &lt;img src=\"https://picsum.photos/seed/about/800/400\" alt=\"Map of Iowa highlighting major cities and landmarks\"&gt;\n      &lt;p&gt;Iowa, located in the Midwestern United States, is known for its fertile plains, pioneering spirit, and cultural richness. From historic towns to modern innovation, the state offers a unique balance of tradition and progress.&lt;/p&gt;\n    &lt;/section&gt;\n\n    &lt;section id=\"attractions\" aria-label=\"Attractions page\"&gt;\n      &lt;h2&gt;Top Attractions&lt;/h2&gt;\n      &lt;img src=\"https://picsum.photos/seed/attractions/800/400\" alt=\"A collage of Iowa attractions: covered bridges, state parks, and a bustling downtown\"&gt;\n      &lt;p&gt;Explore iconic sites such as the Amana Colonies, the Field of Dreams, the Loess Hills, and vibrant festivals that celebrate music, art, and agriculture.&lt;/p&gt;\n    &lt;/section&gt;\n\n    &lt;section id=\"visitor\" aria-label=\"Visitor Information page\"&gt;\n      &lt;h2&gt;Visitor Information&lt;/h2&gt;\n      &lt;img src=\"https://picsum.photos/seed/visitor/800/400\" alt=\"Visitor center with helpful staff and informational displays\"&gt;\n      &lt;p&gt;Plan your trip with ease. Find accommodation options, transportation tips, seasonal weather guides, and essential resources for a comfortable stay.&lt;/p&gt;\n    &lt;/section&gt;\n\n    &lt;section id=\"gallery\" aria-label=\"Gallery page\"&gt;\n      &lt;h2&gt;Gallery&lt;/h2&gt;\n      &lt;img src=\"https://picsum.photos/seed/gallery/800/400\" alt=\"A curated gallery showcasing Iowa’s landscapes, festivals, and community moments\"&gt;\n      &lt;p&gt;Browse a curated collection of images that capture Iowa’s spirit—from sunrise over cornfields to lively city streets.&lt;/p&gt;\n    &lt;/section&gt;\n\n    &lt;section id=\"contact\" aria-label=\"Contact page\"&gt;\n      &lt;h2&gt;Contact Us&lt;/h2&gt;\n      &lt;img src=\"https://picsum.photos/seed/contact/800/400\" alt=\"Contact form illustration with a friendly representative\"&gt;\n      &lt;p&gt;Have questions or need assistance? Reach out to our tourism office via email, phone, or the simple contact form below.&lt;/p&gt;\n      &lt;form aria-label=\"Contact form\" action=\"#\" method=\"post\"&gt;\n        &lt;label for=\"name\"&gt;Name&lt;/label&gt;\n        &lt;input type=\"text\" id=\"name\" name=\"name\" placeholder=\"Your name\" required&gt;\n        &lt;label for=\"email\"&gt;Email&lt;/label&gt;\n        &lt;input type=\"email\" id=\"email\" name=\"email\" placeholder=\"you@example.com\" required&gt;\n        &lt;label for=\"message\"&gt;Message&lt;/label&gt;\n        &lt;textarea id=\"message\" name=\"message\" rows=\"4\" placeholder=\"Your message\" required&gt;&lt;/textarea&gt;\n        &lt;button type=\"submit\" class=\"button\"&gt;Send&lt;/button&gt;\n      &lt;/form&gt;\n    &lt;/section&gt;\n  &lt;/main&gt;\n\n  &lt;footer aria-label=\"Site footer\"&gt;\n    © 2026 Iowa Welcome Site. All rights reserved.\n  &lt;/footer&gt;\n\n  &lt;!-- Sandbox preview placeholder: replace with actual deployment URL when available --&gt;\n  &lt;!-- &lt;a href=\"https://sandbox.example.com/iowa\" class=\"button\"&gt;View Sandbox Preview&lt;/a&gt; --&gt;\n&lt;/body&gt;\n&lt;/html&gt;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index.html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Home page of the clean Apple‑style welcome site."&gt;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id="home" aria-label="Home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&lt;h2&gt;Welcome to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src="https://picsum.photos/seed/home/800/400" alt="Scenic Iowa landscape with rolling fields and a clear sky"&gt;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&lt;p&gt;Discover the heartland’s blend of natural beauty, vibrant communities, and timeless hospitality. Iowa invites you to explore, experience, and enjoy.&lt;/p&gt;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about.html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About page describing the state."&gt;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id="about" aria-label="About Iowa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&lt;h2&gt;About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src="https://picsum.photos/seed/about/800/400" alt="Map of Iowa highlighting major cities and landmarks"&gt;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&lt;p&gt;Iowa, located in the Midwestern United States, is known for its fertile plains, pioneering spirit, and cultural richness. From historic towns to modern innovation, the state offers a unique balance of tradition and progress.&lt;/p&gt;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attractions.html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Top attractions across the state."&gt;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id="attractions" aria-label="Attractions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&lt;h2&gt;Top Attractions&lt;/h2&gt;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src="https://picsum.photos/seed/attractions/800/400" alt="A collage of Iowa attractions: covered bridges, state parks, and a bustling downtown"&gt;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&lt;p&gt;Explore iconic sites such as the Amana Colonies, the Field of Dreams, the Loess Hills, and vibrant festivals that celebrate music, art, and agriculture.&lt;/p&gt;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info.html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Visitor information and practical details."&gt;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id="info" aria-label="Visitor Information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&lt;h2&gt;Visitor Information&lt;/h2&gt;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src="https://picsum.photos/seed/visitor/800/400" alt="Visitor center with helpful staff and informational displays"&gt;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&lt;p&gt;Plan your trip with ease. Find accommodation options, transportation tips, seasonal weather guides, and essential resources for a comfortable stay.&lt;/p&gt;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gallery.html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Photo gallery showcasing the state's beauty."&gt;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id="gallery" aria-label="Gallery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&lt;h2&gt;Gallery&lt;/h2&gt;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src="https://picsum.photos/seed/gallery/800/400" alt="A curated gallery showcasing Iowa’s landscapes, festivals, and community moments"&gt;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&lt;p&gt;Browse a curated collection of images that capture Iowa’s spirit—from sunrise over cornfields to lively city streets.&lt;/p&gt;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contact.html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Contact page for visitor inquiries."&gt;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id="contact" aria-label="Contact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&lt;h2&gt;Contact Us&lt;/h2&gt;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src="https://picsum.photos/seed/contact/800/400" alt="Contact form illustration with a friendly representative"&gt;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&lt;p&gt;Have questions or need assistance? Reach out to our tourism office via email, phone, or the simple contact form below.&lt;/p&gt;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&lt;form aria-label="Contact form" action="#" method="post"&gt;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for="name"&gt;Name&lt;/label&gt;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type="text" id="name" name="name" placeholder="Your name"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for="email"&gt;Email&lt;/label&gt;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type="email" id="email" name="email" placeholder="you@example.com"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for="message"&gt;Message&lt;/label&gt;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&lt;textarea id="message" name="message" rows="4" placeholder="Your message" required&gt;&lt;/textarea&gt;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&lt;button type="submit" class="button"&gt;Send&lt;/button&gt;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&lt;/form&gt;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  &lt;meta charset=\"UTF-8\"&gt;\n  &lt;meta name=\"viewport\" content=\"width=device-width, initial-scale=1.0\"&gt;\n  &lt;meta name=\"description\" content=\"Sandbox preview for Iowa Welcome Site\"&gt;\n  &lt;title&gt;Iowa Site Preview&lt;/title&gt;\n  &lt;style&gt;\n    body, html { margin:0; padding:0; height:100%; }\n    .top-bar { background:#faf9f5; padding:0.5rem; text-align:center; }\n    .top-bar a { color:#141413; text-decoration:none; font-family:Arial,Helvetica,sans-serif; }\n    iframe { border:none; width:100%; height:calc(100% - 2.5rem); }\n  &lt;/style&gt;\n&lt;/head&gt;\n&lt;body&gt;\n  &lt;!-- Instruction: Open preview in new tab --&gt;\n  &lt;div class=\"top-bar\"&gt;\n    &lt;a href=\"index.html\" target=\"_blank\"&gt;Open Iowa site in new tab&lt;/a&gt;\n  &lt;/div&gt;\n  &lt;iframe src=\"index.html\" title=\"Iowa site preview\"&gt;&lt;/iframe&gt;\n&lt;/body&gt;\n&lt;/html&gt;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A clean, Apple‑style welcome site showcasing the state’s highlights, attractions, visitor information, gallery, and contact details."&gt;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*{box-sizing:border-box;margin:0;padding:0}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body{background:var(--color-background);color:var(--color-primary);font-family:var(--font-body);line-height:1.6;padding:1rem}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header{background:var(--color-primary);color:#fff;padding:1rem;text-align:center}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h1{font-family:var(--font-heading);font-size:2.5rem;margin-bottom:0.5rem}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nav{margin-top:0.5rem}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a{color:#fff;text-decoration:none;margin:0 0.75rem;font-weight:500;font-family:var(--font-heading)}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a:hover{text-decoration:underline}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.container{max-width:960px;margin:0 auto;padding:1rem}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section{background:#fff;border-radius:0.75rem;box-shadow:0 2px 6px rgba(0,0,0,0.08);padding:1.5rem;margin-bottom:2rem}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h2{font-family:var(--font-heading);font-size:2rem;margin-bottom:1rem;color:var(--color-primary)}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p{margin-bottom:1rem;color:var(--color-secondary)}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img{width:100%;height:auto;border-radius:0.5rem;margin-bottom:1rem;box-shadow:0 1px 3px rgba(0,0,0,0.1)}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.button,button{display:inline-block;padding:0.75rem 1.5rem;background:var(--color-accent);color:#fff;border:none;border-radius:0.5rem;font-family:var(--font-heading);font-size:1rem;cursor:pointer;box-shadow:0 2px 4px rgba(0,0,0,0.12);transition:background 0.2s}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.button:hover,button:hover{background:#5a8bb8}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form label{display:block;margin-bottom:0.25rem;font-weight:500}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form input,form textarea{width:100%;padding:0.5rem;margin-bottom:1rem;border:1px solid #ccc;border-radius:0.4rem;font-family:var(--font-body)}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footer{text-align:center;padding:1rem;font-size:0.875rem;color:var(--color-secondary)}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no-preference){html{scroll-behavior:smooth}}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href="#home"&gt;Home&lt;/a&gt;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href="#about"&gt;About&lt;/a&gt;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href="#attractions"&gt;Attractions&lt;/a&gt;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href="#info"&gt;Info&lt;/a&gt;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href="#gallery"&gt;Gallery&lt;/a&gt;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href="#contact"&gt;Contact&lt;/a&gt;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id="home" aria-label="Home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&lt;h2&gt;Welcome to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src="https://picsum.photos/seed/home/800/400" alt="Scenic Iowa landscape with rolling fields and a clear sky"&gt;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&lt;p&gt;Discover the heartland’s blend of natural beauty, vibrant communities, and timeless hospitality. Iowa invites you to explore, experience, and enjoy.&lt;/p&gt;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id="about" aria-label="About Iowa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&lt;h2&gt;About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src="https://picsum.photos/seed/about/800/400" alt="Map of Iowa highlighting major cities and landmarks"&gt;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&lt;p&gt;Iowa, located in the Midwestern United States, is known for its fertile plains, pioneering spirit, and cultural richness. From historic towns to modern innovation, the state offers a unique balance of tradition and progress.&lt;/p&gt;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id="attractions" aria-label="Attractions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&lt;h2&gt;Top Attractions&lt;/h2&gt;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src="https://picsum.photos/seed/attractions/800/400" alt="A collage of Iowa attractions: covered bridges, state parks, and a bustling downtown"&gt;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&lt;p&gt;Explore iconic sites such as the Amana Colonies, the Field of Dreams, the Loess Hills, and vibrant festivals that celebrate music, art, and agriculture.&lt;/p&gt;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id="info" aria-label="Visitor Information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&lt;h2&gt;Visitor Information&lt;/h2&gt;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src="https://picsum.photos/seed/visitor/800/400" alt="Visitor center with helpful staff and informational displays"&gt;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&lt;p&gt;Plan your trip with ease. Find accommodation options, transportation tips, seasonal weather guides, and essential resources for a comfortable stay.&lt;/p&gt;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id="gallery" aria-label="Gallery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&lt;h2&gt;Gallery&lt;/h2&gt;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src="https://picsum.photos/seed/gallery/800/400" alt="A curated gallery showcasing Iowa’s landscapes, festivals, and community moments"&gt;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&lt;p&gt;Browse a curated collection of images that capture Iowa’s spirit—from sunrise over cornfields to lively city streets.&lt;/p&gt;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id="contact" aria-label="Contact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&lt;h2&gt;Contact Us&lt;/h2&gt;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src="https://picsum.photos/seed/contact/800/400" alt="Contact form illustration with a friendly representative"&gt;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&lt;p&gt;Have questions or need assistance? Reach out to our tourism office via email, phone, or the simple contact form below.&lt;/p&gt;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&lt;form aria-label="Contact form" action="#" method="post"&gt;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for="name"&gt;Name&lt;/label&gt;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type="text" id="name" name="name" placeholder="Your name"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for="email"&gt;Email&lt;/label&gt;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type="email" id="email" name="email" placeholder="you@example.com"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for="message"&gt;Message&lt;/label&gt;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&lt;textarea id="message" name="message" rows="4" placeholder="Your message" required&gt;&lt;/textarea&gt;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&lt;button type="submit" class="button"&gt;Send&lt;/button&gt;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&lt;/form&gt;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README: Save this file as index.html. Open it in any modern browser to view the Iowa Welcome Site. The navigation links scroll to each section, providing a sandbox‑style preview.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initial-scale=1.0\"&gt;\n&lt;title&gt;Iowa&lt;/title&gt;\n&lt;meta name=\"description\" content=\"Iowa – A clean, Apple‑style welcome site showcasing the state’s highlights, attractions, visitor information, gallery, and contact details.\"&gt;\n&lt;style&gt;\n:root {\n  --color-primary: #141413;\n  --color-secondary: #b0aea5;\n  --color-background: #faf9f5;\n  --color-accent: #6a9bcc;\n  --font-heading: -apple-system, BlinkMacSystemFont, \"Helvetica Neue\", Arial, sans-serif;\n  --font-body: -apple-system, BlinkMacSystemFont, \"Helvetica Neue\", Georgia, serif;\n}\n*{box-sizing:border-box;margin:0;padding:0}\nbody{background:var(--color-background);color:var(--color-primary);font-family:var(--font-body);line-height:1.6;padding:1rem}\nheader{background:var(--color-primary);color:#fff;padding:1rem;text-align:center}\nheader h1{font-family:var(--font-heading);font-size:2.5rem;margin-bottom:0.5rem}\nnav{margin-top:0.5rem}\nnav a{color:#fff;text-decoration:none;margin:0 0.75rem;font-weight:500;font-family:var(--font-heading)}\nnav a:hover{text-decoration:underline}\n.container{max-width:960px;margin:0 auto;padding:1rem}\nsection{background:#fff;border-radius:0.75rem;box-shadow:0 2px 6px rgba(0,0,0,0.08);padding:1.5rem;margin-bottom:2rem}\nsection h2{font-family:var(--font-heading);font-size:2rem;margin-bottom:1rem;color:var(--color-primary)}\np{margin-bottom:1rem;color:var(--color-secondary)}\nimg{width:100%;height:auto;border-radius:0.5rem;margin-bottom:1rem;box-shadow:0 1px 3px rgba(0,0,0,0.1)}\n.button,button{display:inline-block;padding:0.75rem 1.5rem;background:var(--color-accent);color:#fff;border:none;border-radius:0.5rem;font-family:var(--font-heading);font-size:1rem;cursor:pointer;box-shadow:0 2px 4px rgba(0,0,0,0.12);transition:background 0.2s}\n.button:hover,button:hover{background:#5a8bb8}\nform label{display:block;margin-bottom:0.25rem;font-weight:500}\nform input,form textarea{width:100%;padding:0.5rem;margin-bottom:1rem;border:1px solid #ccc;border-radius:0.4rem;font-family:var(--font-body)}\nfooter{text-align:center;padding:1rem;font-size:0.875rem;color:var(--color-secondary)}\n@media (prefers-reduced-motion: no-preference){html{scroll-behavior:smooth}}\n&lt;/style&gt;\n&lt;/head&gt;\n&lt;body&gt;\n&lt;header aria-label=\"Site header\"&gt;\n  &lt;h1&gt;Iowa&lt;/h1&gt;\n  &lt;nav aria-label=\"Primary navigation\"&gt;\n    &lt;a href=\"#home\"&gt;Home&lt;/a&gt;\n    &lt;a href=\"#about\"&gt;About&lt;/a&gt;\n    &lt;a href=\"#attractions\"&gt;Attractions&lt;/a&gt;\n    &lt;a href=\"#info\"&gt;Info&lt;/a&gt;\n    &lt;a href=\"#gallery\"&gt;Gallery&lt;/a&gt;\n    &lt;a href=\"#contact\"&gt;Contact&lt;/a&gt;\n  &lt;/nav&gt;\n&lt;/header&gt;\n&lt;div class=\"container\"&gt;\n  &lt;section id=\"home\" aria-label=\"Home page\"&gt;\n    &lt;h2&gt;Welcome to Iowa&lt;/h2&gt;\n    &lt;img src=\"https://picsum.photos/seed/home/800/400\" alt=\"Scenic Iowa landscape with rolling fields and a clear sky\"&gt;\n    &lt;p&gt;Discover the heartland’s blend of natural beauty, vibrant communities, and timeless hospitality. Iowa invites you to explore, experience, and enjoy.&lt;/p&gt;\n  &lt;/section&gt;\n  &lt;section id=\"about\" aria-label=\"About Iowa page\"&gt;\n    &lt;h2&gt;About Iowa&lt;/h2&gt;\n    &lt;img src=\"https://picsum.photos/seed/about/800/400\" alt=\"Map of Iowa highlighting major cities and landmarks\"&gt;\n    &lt;p&gt;Iowa, located in the Midwestern United States, is known for its fertile plains, pioneering spirit, and cultural richness. From historic towns to modern innovation, the state offers a unique balance of tradition and progress.&lt;/p&gt;\n  &lt;/section&gt;\n  &lt;section id=\"attractions\" aria-label=\"Attractions page\"&gt;\n    &lt;h2&gt;Top Attractions&lt;/h2&gt;\n    &lt;img src=\"https://picsum.photos/seed/attractions/800/400\" alt=\"A collage of Iowa attractions: covered bridges, state parks, and a bustling downtown\"&gt;\n    &lt;p&gt;Explore iconic sites such as the Amana Colonies, the Field of Dreams, the Loess Hills, and vibrant festivals that celebrate music, art, and agriculture.&lt;/p&gt;\n  &lt;/section&gt;\n  &lt;section id=\"info\" aria-label=\"Visitor Information page\"&gt;\n    &lt;h2&gt;Visitor Information&lt;/h2&gt;\n    &lt;img src=\"https://picsum.photos/seed/visitor/800/400\" alt=\"Visitor center with helpful staff and informational displays\"&gt;\n    &lt;p&gt;Plan your trip with ease. Find accommodation options, transportation tips, seasonal weather guides, and essential resources for a comfortable stay.&lt;/p&gt;\n  &lt;/section&gt;\n  &lt;section id=\"gallery\" aria-label=\"Gallery page\"&gt;\n    &lt;h2&gt;Gallery&lt;/h2&gt;\n    &lt;img src=\"https://picsum.photos/seed/gallery/800/400\" alt=\"A curated gallery showcasing Iowa’s landscapes, festivals, and community moments\"&gt;\n    &lt;p&gt;Browse a curated collection of images that capture Iowa’s spirit—from sunrise over cornfields to lively city streets.&lt;/p&gt;\n  &lt;/section&gt;\n  &lt;section id=\"contact\" aria-label=\"Contact page\"&gt;\n    &lt;h2&gt;Contact Us&lt;/h2&gt;\n    &lt;img src=\"https://picsum.photos/seed/contact/800/400\" alt=\"Contact form illustration with a friendly representative\"&gt;\n    &lt;p&gt;Have questions or need assistance? Reach out to our tourism office via email, phone, or the simple contact form below.&lt;/p&gt;\n    &lt;form aria-label=\"Contact form\" action=\"#\" method=\"post\"&gt;\n      &lt;label for=\"name\"&gt;Name&lt;/label&gt;\n      &lt;input type=\"text\" id=\"name\" name=\"name\" placeholder=\"Your name\" required&gt;\n      &lt;label for=\"email\"&gt;Email&lt;/label&gt;\n      &lt;input type=\"email\" id=\"email\" name=\"email\" placeholder=\"you@example.com\" required&gt;\n      &lt;label for=\"message\"&gt;Message&lt;/label&gt;\n      &lt;textarea id=\"message\" name=\"message\" rows=\"4\" placeholder=\"Your message\" required&gt;&lt;/textarea&gt;\n      &lt;button type=\"submit\" class=\"button\"&gt;Send&lt;/button&gt;\n    &lt;/form&gt;\n  &lt;/section&gt;\n&lt;/div&gt;\n&lt;footer aria-label=\"Site footer\"&gt;\n  © 2026 Iowa Welcome Site. All rights reserved.\n&lt;/footer&gt;\n&lt;/body&gt;\n&lt;/html&gt;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index.html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Home page of the clean Apple‑style welcome site."&gt;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, ::before, *::after { box-sizing:border-box; margin:0; padding:0;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-webkit-font-smoothing: antialiased;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{ margin-top:0.5rem;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margin:0 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 { text-decoration:underline;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 max-width:960px; margin:0 auto; padding:1rem;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6px rgba(0,0,0,0.08);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 { margin-bottom:1rem; color:var(--color-secondary);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1px 3px rgba(0,0,0,0.1);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.button, button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display:inline-block;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padding:0.75rem 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background:var(--color-accent);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cursor:pointer;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4px rgba(0,0,0,0.12);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transition:background 0.2s;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.button:hover, button:hover { background:#5a8bb8;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font-size:0.875rem;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color:var(--color-secondary);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 { html { scroll-behavior:smooth; }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id="home" aria-label="Home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&lt;h2&gt;Welcome to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src="https://picsum.photos/seed/home/800/400" alt="Scenic Iowa landscape with rolling fields and a clear sky"&gt;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&lt;p&gt;Discover the heartland’s blend of natural beauty, vibrant communities, and timeless hospitality. Iowa invites you to explore, experience, and enjoy.&lt;/p&gt;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about.html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About page describing the state’s heritage, culture, and innovation."&gt;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 – About&lt;/title&gt;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, ::before, *::after { box-sizing:border-box; margin:0; padding:0;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-webkit-font-smoothing: antialiased;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{ margin-top:0.5rem;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margin:0 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 { text-decoration:underline;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 max-width:960px; margin:0 auto; padding:1rem;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6px rgba(0,0,0,0.08);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 { margin-bottom:1rem; color:var(--color-secondary);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1px 3px rgba(0,0,0,0.1);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font-size:0.875rem;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color:var(--color-secondary);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 { html { scroll-behavior:smooth; }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id="about" aria-label="About Iowa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&lt;h2&gt;About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src="https://picsum.photos/seed/about/800/400" alt="Map of Iowa highlighting major cities and landmarks"&gt;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&lt;p&gt;Iowa, located in the Midwestern United States, is known for its fertile plains, pioneering spirit, and cultural richness. From historic towns to modern innovation, the state offers a unique balance of tradition and progress.&lt;/p&gt;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attractions.html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Top attractions across the state, from historic sites to natural wonders."&gt;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 – Attractions&lt;/title&gt;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, ::before, *::after { box-sizing:border-box; margin:0; padding:0;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-webkit-font-smoothing: antialiased;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{ margin-top:0.5rem;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margin:0 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 { text-decoration:underline;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 max-width:960px; margin:0 auto; padding:1rem;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6px rgba(0,0,0,0.08);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 { margin-bottom:1rem; color:var(--color-secondary);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1px 3px rgba(0,0,0,0.1);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font-size:0.875rem;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color:var(--color-secondary);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 { html { scroll-behavior:smooth; }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id="attractions" aria-label="Attractions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&lt;h2&gt;Top Attractions&lt;/h2&gt;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src="https://picsum.photos/seed/attractions/800/400" alt="A collage of Iowa attractions: covered bridges, state parks, and a bustling downtown"&gt;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&lt;p&gt;Explore iconic sites such as the Amana Colonies, the Field of Dreams, the Loess Hills, and vibrant festivals that celebrate music, art, and agriculture.&lt;/p&gt;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info.html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Visitor information, accommodations, transportation tips, and essential resources."&gt;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 – Visitor Info&lt;/title&gt;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, ::before, *::after { box-sizing:border-box; margin:0; padding:0;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-webkit-font-smoothing: antialiased;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{ margin-top:0.5rem;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margin:0 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 { text-decoration:underline;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 max-width:960px; margin:0 auto; padding:1rem;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6px rgba(0,0,0,0.08);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 { margin-bottom:1rem; color:var(--color-secondary);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1px 3px rgba(0,0,0,0.1);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font-size:0.875rem;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color:var(--color-secondary);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 { html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style.css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 Colors – Apple‑inspired reinterpretation of Anthropic palette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   / Dark – primary text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 / Mid gray – secondary UI elements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 / Light – page background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   / Subtle blue accent (Apple‑style)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 Typography – clean system fonts /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, ::before, *::after { box-sizing:border-box; margin:0; padding:0;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-webkit-font-smoothing: antialiased;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 { font-family: var(--font-heading); font-size:2.5rem; margin-bottom:0.5rem;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{ margin-top:0.5rem;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margin:0 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 { text-decoration:underline;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 max-width:960px; margin:0 auto; padding:1rem;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6px rgba(0,0,0,0.08);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 { margin-bottom:1rem; color:var(--color-secondary);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 { width:100%; height:auto; border-radius:0.5rem; margin-bottom:1rem; box-shadow:0 1px 3px rgba(0,0,0,0.1);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.button, button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display:inline-block;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padding:0.75rem 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background:var(--color-accent);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cursor:pointer;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4px rgba(0,0,0,0.12);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transition:background 0.2s;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.button:hover, button:hover { background:#5a8bb8;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form label { display:block; margin-bottom:0.25rem; font-weight:500;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form input, form textarea { width:100%; padding:0.5rem; margin-bottom:1rem; border:1px solid #ccc; border-radius:0.4rem; font-family:var(--font-body);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 { text-align:center; padding:1rem; font-size:0.875rem; color:var(--color-secondary);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 { html { scroll-behavior:smooth; }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index.html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Home page of the clean Apple‑style welcome site."&gt;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href="visitor.html"&gt;Visitor&lt;/a&gt;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id="home" aria-label="Home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&lt;h2&gt;Welcome to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src="https://picsum.photos/seed/home/800/400" alt="Scenic Iowa landscape with rolling fields and a clear sky"&gt;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&lt;p&gt;Discover the heartland’s blend of natural beauty, vibrant communities, and timeless hospitality. Iowa invites you to explore, experience, and enjoy.&lt;/p&gt;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footer"&gt;© 2026 Iowa Welcome Site. All rights reserved.&lt;/footer&gt;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about.html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About page describing the state."&gt;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&lt;title&gt;About – 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href="visitor.html"&gt;Visitor&lt;/a&gt;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id="about" aria-label="About Iowa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&lt;h2&gt;About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src="https://picsum.photos/seed/about/800/400" alt="Map of Iowa highlighting major cities and landmarks"&gt;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&lt;p&gt;Iowa, located in the Midwestern United States, is known for its fertile plains, pioneering spirit, and cultural richness. From historic towns to modern innovation, the state offers a unique balance of tradition and progress.&lt;/p&gt;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footer"&gt;© 2026 Iowa Welcome Site. All rights reserved.&lt;/footer&gt;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attractions.html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Top attractions across the state."&gt;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&lt;title&gt;Attractions – 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href="visitor.html"&gt;Visitor&lt;/a&gt;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id="attractions" aria-label="Attractions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&lt;h2&gt;Top Attractions&lt;/h2&gt;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src="https://picsum.photos/seed/attractions/800/400" alt="A collage of Iowa attractions: covered bridges, state parks, and a bustling downtown"&gt;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&lt;p&gt;Explore iconic sites such as the Amana Colonies, the Field of Dreams, the Loess Hills, and vibrant festivals that celebrate music, art, and agriculture.&lt;/p&gt;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footer"&gt;© 2026 Iowa Welcome Site. All rights reserved.&lt;/footer&gt;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visitor.html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Visitor information and practical details."&gt;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&lt;title&gt;Visitor – 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href="visitor.html"&gt;Visitor&lt;/a&gt;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id="visitor" aria-label="Visitor Information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&lt;h2&gt;Visitor Information&lt;/h2&gt;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src="https://picsum.photos/seed/visitor/800/400" alt="Visitor center with helpful staff and informational displays"&gt;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&lt;p&gt;Plan your trip with ease. Find accommodation options, transportation tips, seasonal weather guides, and essential resources for a comfortable stay.&lt;/p&gt;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footer"&gt;© 2026 Iowa Welcome Site. All rights reserved.&lt;/footer&gt;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gallery.html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Photo gallery showcasing the state's beauty."&gt;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&lt;title&gt;Gallery – 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href="visitor.html"&gt;Visitor&lt;/a&gt;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id="gallery" aria-label="Gallery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&lt;h2&gt;Gallery&lt;/h2&gt;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src="https://picsum.photos/seed/gallery/800/400" alt="A curated gallery showcasing Iowa’s landscapes, festivals, and community moments"&gt;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&lt;p&gt;Browse a curated collection of images that capture Iowa’s spirit—from sunrise over cornfields to lively city streets.&lt;/p&gt;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footer"&gt;© 2026 Iowa Welcome Site. All rights reserved.&lt;/footer&gt;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&lt;!-- contact.html --&gt;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Contact page for visitor inquiries."&gt;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&lt;title&gt;Contact – 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href="visitor.html"&gt;Visitor&lt;/a&gt;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id="contact" aria-label="Contact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&lt;h2&gt;Contact Us&lt;/h2&gt;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src="https://picsum.photos/seed/contact/800/400" alt="Contact form illustration with a friendly representative"&gt;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&lt;p&gt;Have questions or need assistance? Reach out to our tourism office via email, phone, or the simple contact form below.&lt;/p&gt;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&lt;form aria-label="Contact form" action="#" method="post"&gt;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for="name"&gt;Name&lt;/label&gt;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type="text" id="name" name="name" placeholder="Your name"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for="email"&gt;Email&lt;/label&gt;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type="email" id="email" name="email" placeholder="you@example.com"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for="message"&gt;Message&lt;/label&gt;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&lt;textarea id="message" name="message" rows="4" placeholder="Your message" required&gt;&lt;/textarea&gt;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&lt;button type="submit" class="button"&gt;Send&lt;/button&gt;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&lt;/form&gt;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footer"&gt;© 2026 Iowa Welcome Site. All rights reserved.&lt;/footer&gt;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initial-scale=1.0\"&gt;\n&lt;title&gt;Iowa Welcome Site&lt;/title&gt;\n&lt;meta name=\"description\" content=\"Iowa – A clean, Apple‑style welcome site showcasing the state’s highlights, attractions, visitor information, gallery, and contact details.\"&gt;\n&lt;style&gt;\n:root {\n  --color-primary: #141413;\n  --color-secondary: #b0aea5;\n  --color-background: #faf9f5;\n  --color-accent: #6a9bcc;\n  --font-heading: -apple-system, BlinkMacSystemFont, \"Helvetica Neue\", Arial, sans-serif;\n  --font-body: -apple-system, BlinkMacSystemFont, \"Helvetica Neue\", Georgia, serif;\n}\n*{box-sizing:border-box;margin:0;padding:0}\nbody{background:var(--color-background);color:var(--color-primary);font-family:var(--font-body);line-height:1.6}\nheader{background:var(--color-primary);color:#fff;padding:1.5rem;text-align:center}\nheader h1{font-family:var(--font-heading);font-size:2.5rem;margin-bottom:0.5rem}\nnav{margin-top:0.5rem}\nnav a{color:#fff;text-decoration:none;margin:0 0.75rem;font-weight:500;font-family:var(--font-heading)}\nnav a:hover{text-decoration:underline}\n.container{max-width:960px;margin:0 auto;padding:1rem}\nsection{background:#fff;border-radius:0.75rem;box-shadow:0 2px 6px rgba(0,0,0,0.08);padding:1.5rem;margin-bottom:2rem}\nsection h2{font-family:var(--font-heading);font-size:2rem;margin-bottom:1rem;color:var(--color-primary)}\np{margin-bottom:1rem;color:var(--color-secondary)}\nimg{width:100%;height:auto;border-radius:0.5rem;margin-bottom:1rem;box-shadow:0 1px 3px rgba(0,0,0,0.1)}\n.button,button{display:inline-block;padding:0.75rem 1.5rem;background:var(--color-accent);color:#fff;border:none;border-radius:0.5rem;font-family:var(--font-heading);font-size:1rem;cursor:pointer;box-shadow:0 2px 4px rgba(0,0,0,0.12);transition:background 0.2s}\n.button:hover,button:hover{background:#5a8bb8}\nform label{display:block;margin-bottom:0.25rem;font-weight:500}\nform input,form textarea{width:100%;padding:0.5rem;margin-bottom:1rem;border:1px solid #ccc;border-radius:0.4rem;font-family:var(--font-body)}\nfooter{text-align:center;padding:1rem;font-size:0.875rem;color:var(--color-secondary)}\n@media (prefers-reduced-motion: no-preference){html{scroll-behavior:smooth}}\n.top-bar{background:var(--color-background);padding:0.5rem;text-align:center}\n.top-bar a{color:var(--color-primary);text-decoration:none;font-family:var(--font-heading)}\n&lt;/style&gt;\n&lt;/head&gt;\n&lt;body&gt;\n&lt;div class=\"top-bar\"&gt;&lt;a href=\"#\" target=\"_blank\"&gt;Open Iowa site in new tab&lt;/a&gt;&lt;/div&gt;\n&lt;header aria-label=\"Site header\"&gt;\n&lt;h1&gt;Iowa&lt;/h1&gt;\n&lt;nav aria-label=\"Primary navigation\"&gt;\n&lt;a href=\"#home\"&gt;Home&lt;/a&gt;\n&lt;a href=\"#about\"&gt;About&lt;/a&gt;\n&lt;a href=\"#attractions\"&gt;Attractions&lt;/a&gt;\n&lt;a href=\"#info\"&gt;Info&lt;/a&gt;\n&lt;a href=\"#gallery\"&gt;Gallery&lt;/a&gt;\n&lt;a href=\"#contact\"&gt;Contact&lt;/a&gt;\n&lt;/nav&gt;\n&lt;/header&gt;\n&lt;div class=\"container\"&gt;\n&lt;section id=\"home\" aria-label=\"Home page\"&gt;\n&lt;h2&gt;Welcome to Iowa&lt;/h2&gt;\n&lt;img src=\"https://picsum.photos/seed/home/800/400\" alt=\"Scenic Iowa landscape with rolling fields and a clear sky\"&gt;\n&lt;p&gt;Discover the heartland’s blend of natural beauty, vibrant communities, and timeless hospitality. Iowa invites you to explore, experience, and enjoy.&lt;/p&gt;\n&lt;/section&gt;\n&lt;section id=\"about\" aria-label=\"About Iowa page\"&gt;\n&lt;h2&gt;About Iowa&lt;/h2&gt;\n&lt;img src=\"https://picsum.photos/seed/about/800/400\" alt=\"Map of Iowa highlighting major cities and landmarks\"&gt;\n&lt;p&gt;Iowa, located in the Midwestern United States, is known for its fertile plains, pioneering spirit, and cultural richness. From historic towns to modern innovation, the state offers a unique balance of tradition and progress.&lt;/p&gt;\n&lt;/section&gt;\n&lt;section id=\"attractions\" aria-label=\"Attractions page\"&gt;\n&lt;h2&gt;Top Attractions&lt;/h2&gt;\n&lt;img src=\"https://picsum.photos/seed/attractions/800/400\" alt=\"A collage of Iowa attractions: covered bridges, state parks, and a bustling downtown\"&gt;\n&lt;p&gt;Explore iconic sites such as the Amana Colonies, the Field of Dreams, the Loess Hills, and vibrant festivals that celebrate music, art, and agriculture.&lt;/p&gt;\n&lt;/section&gt;\n&lt;section id=\"info\" aria-label=\"Visitor Information page\"&gt;\n&lt;h2&gt;Visitor Information&lt;/h2&gt;\n&lt;img src=\"https://picsum.photos/seed/visitor/800/400\" alt=\"Visitor center with helpful staff and informational displays\"&gt;\n&lt;p&gt;Plan your trip with ease. Find accommodation options, transportation tips, seasonal weather guides, and essential resources for a comfortable stay.&lt;/p&gt;\n&lt;/section&gt;\n&lt;section id=\"gallery\" aria-label=\"Gallery page\"&gt;\n&lt;h2&gt;Gallery&lt;/h2&gt;\n&lt;img src=\"https://picsum.photos/seed/gallery/800/400\" alt=\"A curated gallery showcasing Iowa’s landscapes, festivals, and community moments\"&gt;\n&lt;p&gt;Browse a curated collection of images that capture Iowa’s spirit—from sunrise over cornfields to lively city streets.&lt;/p&gt;\n&lt;/section&gt;\n&lt;section id=\"contact\" aria-label=\"Contact page\"&gt;\n&lt;h2&gt;Contact Us&lt;/h2&gt;\n&lt;img src=\"https://picsum.photos/seed/contact/800/400\" alt=\"Contact form illustration with a friendly representative\"&gt;\n&lt;p&gt;Have questions or need assistance? Reach out to our tourism office via email, phone, or the simple contact form below.&lt;/p&gt;\n&lt;form aria-label=\"Contact form\" action=\"#\" method=\"post\"&gt;\n&lt;label for=\"name\"&gt;Name&lt;/label&gt;\n&lt;input type=\"text\" id=\"name\" name=\"name\" placeholder=\"Your name\" required&gt;\n&lt;label for=\"email\"&gt;Email&lt;/label&gt;\n&lt;input type=\"email\" id=\"email\" name=\"email\" placeholder=\"you@example.com\" required&gt;\n&lt;label for=\"message\"&gt;Message&lt;/label&gt;\n&lt;textarea id=\"message\" name=\"message\" rows=\"4\" placeholder=\"Your message\" required&gt;&lt;/textarea&gt;\n&lt;button type=\"submit\" class=\"button\"&gt;Send&lt;/button&gt;\n&lt;/form&gt;\n&lt;/section&gt;\n&lt;/div&gt;\n&lt;footer aria-label=\"Site footer\"&gt;\n© 2026 Iowa Welcome Site. All rights reserved.\n&lt;/footer&gt;\n&lt;/body&gt;\n&lt;/html&gt;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A clean, Apple‑style welcome site showcasing the state’s highlights, attractions, visitor information, gallery, and contact details."&gt;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 – Sandbox Preview&lt;/title&gt;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:root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--color-primary: #141413;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--color-secondary: #b0aea5;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--color-background: #faf9f5;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--color-accent: #6a9bcc;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--font-heading: -apple-system, BlinkMacSystemFont, "Helvetica Neue", Arial, sans-serif;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--font-body: -apple-system, BlinkMacSystemFont, "Helvetica Neue", Georgia, serif;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, ::before, *::after { box-sizing:border-box; margin:0; padding:0;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body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line-height: 1.6;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-webkit-font-smoothing: antialiased;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.top-bar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var(--color-background);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0.5rem;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 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.top-bar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 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 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 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header h1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 2.5rem;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 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margin-top: 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text-decoration:none;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margin:0 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 a:hover { text-decoration:underline;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.container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max-width:960px;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margin:0 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border-radius:.75rem;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6px rgba(0,0,0,.08);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section.active { display:block;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 h2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 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font-size:2rem;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color:var(--color-primary);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 { margin-bottom:1rem; color:var(--color-secondary);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img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height:auto;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1px 3px rgba(0,0,0,.1);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.button, button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display:inline-block;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padding:.75rem 1.5rem;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background:var(--color-accent);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color:#fff;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border:none;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font-family:var(--font-heading);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cursor:pointer;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box-shadow:0 2px 4px rgba(0,0,0,.12);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transition:background .2s;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.button:hover, button:hover { background:#5a8bb8;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form label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display:block;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margin-bottom:.25rem;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font-weight:500;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form input, form textarea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width:100%;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padding:.5rem;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margin-bottom:1rem;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border:1px solid #ccc;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border-radius:.4rem;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font-family:var(--font-body);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footer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text-align:center;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padding:1rem;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font-size:.875rem;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color:var(--color-secondary);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@media (prefers-reduced-motion: no-preference) { html { scroll-behavior:smooth; }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class="top-bar"&gt;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href="#" id="open-new-tab"&gt;Open preview in a new tab&lt;/a&gt;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href="#home" data-target="home"&gt;Home&lt;/a&gt;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href="#about" data-target="about"&gt;About&lt;/a&gt;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href="#attractions" data-target="attractions"&gt;Attractions&lt;/a&gt;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href="#info" data-target="info"&gt;Info&lt;/a&gt;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href="#gallery" data-target="gallery"&gt;Gallery&lt;/a&gt;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href="#contact" data-target="contact"&gt;Contact&lt;/a&gt;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&lt;div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id="home" data-section class="active" aria-label="Home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&lt;h2&gt;Welcome to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src="https://picsum.photos/seed/home/800/400" alt="Scenic Iowa landscape with rolling fields and a clear sky"&gt;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&lt;p&gt;Discover the heartland’s blend of natural beauty, vibrant communities, and timeless hospitality. Iowa invites you to explore, experience, and enjoy.&lt;/p&gt;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id="about" data-section aria-label="About Iowa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&lt;h2&gt;About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src="https://picsum.photos/seed/about/800/400" alt="Map of Iowa highlighting major cities and landmarks"&gt;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&lt;p&gt;Iowa, located in the Midwestern United States, is known for its fertile plains, pioneering spirit, and cultural richness. From historic towns to modern innovation, the state offers a unique balance of tradition and progress.&lt;/p&gt;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id="attractions" data-section aria-label="Attractions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&lt;h2&gt;Top Attractions&lt;/h2&gt;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src="https://picsum.photos/seed/attractions/800/400" alt="A collage of Iowa attractions: covered bridges, state parks, and a bustling downtown"&gt;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&lt;p&gt;Explore iconic sites such as the Amana Colonies, the Field of Dreams, the Loess Hills, and vibrant festivals that celebrate music, art, and agriculture.&lt;/p&gt;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id="info" data-section aria-label="Visitor Information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&lt;h2&gt;Visitor Information&lt;/h2&gt;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src="https://picsum.photos/seed/visitor/800/400" alt="Visitor center with helpful staff and informational displays"&gt;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&lt;p&gt;Plan your trip with ease. Find accommodation options, transportation tips, seasonal weather guides, and essential resources for a comfortable stay.&lt;/p&gt;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id="gallery" data-section aria-label="Gallery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&lt;h2&gt;Gallery&lt;/h2&gt;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src="https://picsum.photos/seed/gallery/800/400" alt="A curated gallery showcasing Iowa’s landscapes, festivals, and community moments"&gt;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&lt;p&gt;Browse a curated collection of images that capture Iowa’s spirit—from sunrise over cornfields to lively city streets.&lt;/p&gt;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id="contact" data-section aria-label="Contact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&lt;h2&gt;Contact Us&lt;/h2&gt;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src="https://picsum.photos/seed/contact/800/400" alt="Contact form illustration with a friendly representative"&gt;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&lt;p&gt;Have questions or need assistance? Reach out to our tourism office via email, phone, or the simple contact form below.&lt;/p&gt;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&lt;form aria-label="Contact form" action="#" method="post"&gt;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for="name"&gt;Name&lt;/label&gt;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type="text" id="name" name="name" placeholder="Your name"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for="email"&gt;Email&lt;/label&gt;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type="email" id="email" name="email" placeholder="you@example.com"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for="message"&gt;Message&lt;/label&gt;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&lt;textarea id="message" name="message" rows="4" placeholder="Your message" required&gt;&lt;/textarea&gt;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&lt;button type="submit" class="button"&gt;Send&lt;/button&gt;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&lt;/form&gt;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&lt;/div&gt;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&lt;script&gt;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// Navigation handling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const navLinks = document.querySelectorAll('nav a[data-target]');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const sections = document.querySelectorAll('section[data-section]');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function showSection(id)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sections.forEach(sec =&gt;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sec.classList.toggle('active', sec.id === id);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navLinks.forEach(link =&gt;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link.addEventListener('click', e =&gt;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e.preventDefault();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const target = link.getAttribute('data-target');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showSection(target);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history.replaceState(null, '', '#' + target);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// Load section from hash on page load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const initialHash = location.hash.replace('#', '');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if (initialHash)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const targetSection = document.getElementById(initialHash);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if (targetSection)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showSection(initialHash);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// Open preview in new tab (use same file)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document.getElementById('open-new-tab').addEventListener('click', e =&gt; {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e.preventDefault();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window.open(location.href, '_blank');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});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&lt;/script&gt;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Iowa_Welcome_Site.zip – README.txt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===================================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How to view the Iowa Welcome Site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Extract the archive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Unzip `Iowa_Welcome_Site.zip` to a folder of your choice. The archive contains the following files: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`index.html`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`about.html`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`attractions.html`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`info.html` (or `visitor.html` – whichever you prefer)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`gallery.html`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`contact.html`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`style.css`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`preview.html` (sandbox preview)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Open the site locally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Double‑click `index.html` or open it with any modern web browser (Chrome, Edge, Firefox, Safari, etc.).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site uses only static HTML, CSS, and JavaScript; no server, build tools, or local web server are required.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All images are loaded from `https://picsum.photos`, so an internet connection is needed for the placeholder photos.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Live preview in the sandbox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If you are working inside the sandbox environment, open `preview.html`.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`preview.html` provides a sandbox‑style preview with a top‑bar link that can open the full site in a new tab.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file also works locally; simply open it in your browser.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Navigation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header navigation links point to the individual HTML pages (`index.html`, `about.html`, etc.).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 `preview.html` the navigation uses JavaScript to switch sections without reloading the page.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5. No additional setup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All styling is contained in `style.css`.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No external libraries, npm packages, or build steps are required.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The site is ready to use immediately after extraction.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Enjoy exploring the Iowa Welcome Site!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initial-scale=1.0\"&gt;\n&lt;title&gt;Iowa Welcome Site&lt;/title&gt;\n&lt;meta name=\"description\" content=\"Iowa – A clean, Apple‑style welcome site showcasing the state’s highlights, attractions, visitor information, gallery, and contact details.\"&gt;\n&lt;style&gt;\n:root {\n  --color-primary: #141413;\n  --color-secondary: #b0aea5;\n  --color-background: #faf9f5;\n  --color-accent: #6a9bcc;\n  --font-heading: -apple-system, BlinkMacSystemFont, \"Helvetica Neue\", Arial, sans-serif;\n  --font-body: -apple-system, BlinkMacSystemFont, \"Helvetica Neue\", Georgia, serif;\n}\n*{box-sizing:border-box;margin:0;padding:0}\nbody{background:var(--color-background);color:var(--color-primary);font-family:var(--font-body);line-height:1.6;-webkit-font-smoothing:antialiased;padding:1rem}\nheader{background:var(--color-primary);color:#fff;padding:1rem;text-align:center}\nheader h1{font-family:var(--font-heading);font-size:2.5rem;margin-bottom:0.5rem}\nnav{margin-top:0.5rem}\nnav a{color:#fff;text-decoration:none;margin:0 0.75rem;font-weight:500;font-family:var(--font-heading)}\nnav a:hover{text-decoration:underline}\n.container{max-width:960px;margin:0 auto;padding:1rem}\nsection{background:#fff;border-radius:0.75rem;box-shadow:0 2px 6px rgba(0,0,0,0.08);padding:1.5rem;margin-bottom:2rem}\nsection h2{font-family:var(--font-heading);font-size:2rem;margin-bottom:1rem;color:var(--color-primary)}\np{margin-bottom:1rem;color:var(--color-secondary)}\nimg{width:100%;height:auto;border-radius:0.5rem;margin-bottom:1rem;box-shadow:0 1px 3px rgba(0,0,0,0.1)}\n.button,button{display:inline-block;padding:0.75rem 1.5rem;background:var(--color-accent);color:#fff;border:none;border-radius:0.5rem;font-family:var(--font-heading);font-size:1rem;cursor:pointer;box-shadow:0 2px 4px rgba(0,0,0,0.12);transition:background 0.2s}\n.button:hover,button:hover{background:#5a8bb8}\nform label{display:block;margin-bottom:0.25rem;font-weight:500}\nform input,form textarea{width:100%;padding:0.5rem;margin-bottom:1rem;border:1px solid #ccc;border-radius:0.4rem;font-family:var(--font-body)}\nfooter{text-align:center;padding:1rem;font-size:0.875rem;color:var(--color-secondary)}\n.top-bar{background:var(--color-background);padding:0.5rem;text-align:center}\n.top-bar a{color:var(--color-primary);text-decoration:none;font-family:var(--font-heading)}\n@media (prefers-reduced-motion: no-preference){html{scroll-behavior:smooth}}\n&lt;/style&gt;\n&lt;/head&gt;\n&lt;body&gt;\n&lt;div class=\"top-bar\"&gt;&lt;a href=\"#\" id=\"open-new-tab\"&gt;Open Iowa site in new tab&lt;/a&gt;&lt;/div&gt;\n&lt;header aria-label=\"Site header\"&gt;\n&lt;h1&gt;Iowa&lt;/h1&gt;\n&lt;nav aria-label=\"Primary navigation\"&gt;\n&lt;a href=\"#home\"&gt;Home&lt;/a&gt;\n&lt;a href=\"#about\"&gt;About&lt;/a&gt;\n&lt;a href=\"#attractions\"&gt;Attractions&lt;/a&gt;\n&lt;a href=\"#info\"&gt;Info&lt;/a&gt;\n&lt;a href=\"#gallery\"&gt;Gallery&lt;/a&gt;\n&lt;a href=\"#contact\"&gt;Contact&lt;/a&gt;\n&lt;/nav&gt;\n&lt;/header&gt;\n&lt;div class=\"container\"&gt;\n&lt;section id=\"home\" aria-label=\"Home page\"&gt;\n&lt;h2&gt;Welcome to Iowa&lt;/h2&gt;\n&lt;img src=\"https://picsum.photos/seed/home/800/400\" alt=\"Scenic Iowa landscape with rolling fields and a clear sky\"&gt;\n&lt;p&gt;Discover the heartland’s blend of natural beauty, vibrant communities, and timeless hospitality. Iowa invites you to explore, experience, and enjoy.&lt;/p&gt;\n&lt;/section&gt;\n&lt;section id=\"about\" aria-label=\"About Iowa page\"&gt;\n&lt;h2&gt;About Iowa&lt;/h2&gt;\n&lt;img src=\"https://picsum.photos/seed/about/800/400\" alt=\"Map of Iowa highlighting major cities and landmarks\"&gt;\n&lt;p&gt;Iowa, located in the Midwestern United States, is known for its fertile plains, pioneering spirit, and cultural richness. From historic towns to modern innovation, the state offers a unique balance of tradition and progress.&lt;/p&gt;\n&lt;/section&gt;\n&lt;section id=\"attractions\" aria-label=\"Attractions page\"&gt;\n&lt;h2&gt;Top Attractions&lt;/h2&gt;\n&lt;img src=\"https://picsum.photos/seed/attractions/800/400\" alt=\"A collage of Iowa attractions: covered bridges, state parks, and a bustling downtown\"&gt;\n&lt;p&gt;Explore iconic sites such as the Amana Colonies, the Field of Dreams, the Loess Hills, and vibrant festivals that celebrate music, art, and agriculture.&lt;/p&gt;\n&lt;/section&gt;\n&lt;section id=\"info\" aria-label=\"Visitor Information page\"&gt;\n&lt;h2&gt;Visitor Information&lt;/h2&gt;\n&lt;img src=\"https://picsum.photos/seed/visitor/800/400\" alt=\"Visitor center with helpful staff and informational displays\"&gt;\n&lt;p&gt;Plan your trip with ease. Find accommodation options, transportation tips, seasonal weather guides, and essential resources for a comfortable stay.&lt;/p&gt;\n&lt;/section&gt;\n&lt;section id=\"gallery\" aria-label=\"Gallery page\"&gt;\n&lt;h2&gt;Gallery&lt;/h2&gt;\n&lt;img src=\"https://picsum.photos/seed/gallery/800/400\" alt=\"A curated gallery showcasing Iowa’s landscapes, festivals, and community moments\"&gt;\n&lt;p&gt;Browse a curated collection of images that capture Iowa’s spirit—from sunrise over cornfields to lively city streets.&lt;/p&gt;\n&lt;/section&gt;\n&lt;section id=\"contact\" aria-label=\"Contact page\"&gt;\n&lt;h2&gt;Contact Us&lt;/h2&gt;\n&lt;img src=\"https://picsum.photos/seed/contact/800/400\" alt=\"Contact form illustration with a friendly representative\"&gt;\n&lt;p&gt;Have questions or need assistance? Reach out to our tourism office via email, phone, or the simple contact form below.&lt;/p&gt;\n&lt;form aria-label=\"Contact form\" action=\"#\" method=\"post\"&gt;\n&lt;label for=\"name\"&gt;Name&lt;/label&gt;\n&lt;input type=\"text\" id=\"name\" name=\"name\" placeholder=\"Your name\" required&gt;\n&lt;label for=\"email\"&gt;Email&lt;/label&gt;\n&lt;input type=\"email\" id=\"email\" name=\"email\" placeholder=\"you@example.com\" required&gt;\n&lt;label for=\"message\"&gt;Message&lt;/label&gt;\n&lt;textarea id=\"message\" name=\"message\" rows=\"4\" placeholder=\"Your message\" required&gt;&lt;/textarea&gt;\n&lt;button type=\"submit\" class=\"button\"&gt;Send&lt;/button&gt;\n&lt;/form&gt;\n&lt;/section&gt;\n&lt;/div&gt;\n&lt;footer aria-label=\"Site footer\"&gt;\n© 2026 Iowa Welcome Site. All rights reserved.\n&lt;/footer&gt;\n&lt;script&gt;\ndocument.getElementById('open-new-tab').addEventListener('click',function(e){e.preventDefault();window.open(location.href,'_blank');});\n&lt;/script&gt;\n&lt;/body&gt;\n&lt;/html&gt;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aria-label=\"Primary navigation\"&gt;\n  &lt;input type=\"checkbox\" id=\"nav-toggle\" class=\"nav-toggle\" aria-label=\"Toggle navigation\"&gt;\n  &lt;label for=\"nav-toggle\" class=\"nav-toggle-label\"&gt;\n    &lt;span&gt;&lt;/span&gt;\n  &lt;/label&gt;\n  &lt;ul class=\"nav-list\"&gt;\n    &lt;li&gt;&lt;a href=\"index.html#home\"&gt;Home&lt;/a&gt;&lt;/li&gt;\n    &lt;li&gt;&lt;a href=\"index.html#about\"&gt;About Iowa&lt;/a&gt;&lt;/li&gt;\n    &lt;li&gt;&lt;a href=\"index.html#attractions\"&gt;Attractions&lt;/a&gt;&lt;/li&gt;\n    &lt;li&gt;&lt;a href=\"index.html#info\"&gt;Visitor Info&lt;/a&gt;&lt;/li&gt;\n    &lt;li&gt;&lt;a href=\"index.html#gallery\"&gt;Gallery&lt;/a&gt;&lt;/li&gt;\n    &lt;li&gt;&lt;a href=\"index.html#contact\"&gt;Contact&lt;/a&gt;&lt;/li&gt;\n  &lt;/ul&gt;\n&lt;/nav&gt;\n&lt;style&gt;\n  nav {\n    background: var(--color-primary);\n    color: #fff;\n    padding: 1rem;\n    position: relative;\n  }\n  .nav-list {\n    list-style: none;\n    display: flex;\n    gap: 1rem;\n    margin: 0;\n    padding: 0;\n  }\n  .nav-list a {\n    color: #fff;\n    text-decoration: none;\n    font-family: var(--font-heading);\n  }\n  .nav-toggle {\n    display: none;\n  }\n  .nav-toggle-label {\n    display: none;\n    position: absolute;\n    top: 1rem;\n    right: 1rem;\n    cursor: pointer;\n  }\n  .nav-toggle-label span,\n  .nav-toggle-label span::before,\n  .nav-toggle-label span::after {\n    display: block;\n    background: #fff;\n    height: 2px;\n    width: 24px;\n    border-radius: 1px;\n    position: relative;\n  }\n  .nav-toggle-label span::before,\n  .nav-toggle-label span::after {\n    content: \"\";\n    position: absolute;\n  }\n  .nav-toggle-label span::before { top: -8px; }\n  .nav-toggle-label span::after { top: 8px; }\n  @media (max-width: 600px) {\n    .nav-list {\n      flex-direction: column;\n      background: var(--color-primary);\n      position: absolute;\n      top: 100%;\n      left: 0;\n      right: 0;\n      display: none;\n    }\n    .nav-list a {\n      padding: 0.75rem 1rem;\n    }\n    .nav-toggle:checked + .nav-toggle-label + .nav-list {\n      display: flex;\n    }\n    .nav-toggle-label {\n      display: block;\n    }\n  }\n&lt;/style&gt;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initial-scale=1.0\"&gt;\n&lt;title&gt;Iowa&lt;/title&gt;\n&lt;meta name=\"description\" content=\"Iowa – A clean, Apple‑style welcome site showcasing the state’s highlights, attractions, visitor information, gallery, and contact details.\"&gt;\n&lt;style&gt;\n:root {\n  --color-primary:#141413;\n  --color-secondary:#b0aea5;\n  --color-background:#faf9f5;\n  --color-accent:#6a9bcc;\n  --font-heading:-apple-system, BlinkMacSystemFont, \"Helvetica Neue\", Arial, sans-serif;\n  --font-body:-apple-system, BlinkMacSystemFont, \"Helvetica Neue\", Georgia, serif;\n}\n*{box-sizing:border-box;margin:0;padding:0}\nbody{background:var(--color-background);color:var(--color-primary);font-family:var(--font-body);line-height:1.6;-webkit-font-smoothing:antialiased;}\nheader{background:var(--color-primary);color:#fff;padding:1rem;text-align:center;}\nheader h1{font-family:var(--font-heading);font-size:2.5rem;margin-bottom:0.5rem;}\nnav{margin-top:0.5rem;}\nnav a{color:#fff;text-decoration:none;margin:0 .75rem;font-weight:500;font-family:var(--font-heading);}\nnav a:hover{text-decoration:underline;}\n.container{max-width:960px;margin:0 auto;padding:1rem;}\nsection{background:#fff;border-radius:0.75rem;box-shadow:0 2px 6px rgba(0,0,0,.08);padding:1.5rem;margin-bottom:2rem;}\nsection h2{font-family:var(--font-heading);font-size:2rem;margin-bottom:1rem;color:var(--color-primary);}\np{margin-bottom:1rem;color:var(--color-secondary);}\nimg{width:100%;height:auto;border-radius:0.5rem;margin-bottom:1rem;box-shadow:0 1px 3px rgba(0,0,0,.1);}\n.button,button{display:inline-block;padding:0.75rem 1.5rem;background:var(--color-accent);color:#fff;border:none;border-radius:0.5rem;font-family:var(--font-heading);font-size:1rem;cursor:pointer;box-shadow:0 2px 4px rgba(0,0,0,.12);transition:background .2s;}\n.button:hover,button:hover{background:#5a8bb8;}\nform label{display:block;margin-bottom:0.25rem;font-weight:500;}\nform input,form textarea{width:100%;padding:0.5rem;margin-bottom:1rem;border:1px solid #ccc;border-radius:0.4rem;font-family:var(--font-body);}\nfooter{text-align:center;padding:1rem;font-size:0.875rem;color:var(--color-secondary);}\n.top-bar{background:var(--color-background);padding:0.5rem;text-align:center;}\n.top-bar a{color:var(--color-primary);text-decoration:none;font-family:var(--font-heading);}\n@media (prefers-reduced-motion: no-preference){html{scroll-behavior:smooth;}}\n&lt;/style&gt;\n&lt;/head&gt;\n&lt;body&gt;\n&lt;div class=\"top-bar\"&gt;&lt;a href=\"#\" id=\"open-new-tab\"&gt;Open Iowa site in new tab&lt;/a&gt;&lt;/div&gt;\n&lt;header aria-label=\"Site header\"&gt;\n&lt;h1&gt;Iowa&lt;/h1&gt;\n&lt;nav aria-label=\"Primary navigation\"&gt;\n&lt;a href=\"#home\"&gt;Home&lt;/a&gt;\n&lt;a href=\"#about\"&gt;About&lt;/a&gt;\n&lt;a href=\"#attractions\"&gt;Attractions&lt;/a&gt;\n&lt;a href=\"#info\"&gt;Visitor Info&lt;/a&gt;\n&lt;a href=\"#gallery\"&gt;Gallery&lt;/a&gt;\n&lt;a href=\"#contact\"&gt;Contact&lt;/a&gt;\n&lt;/nav&gt;\n&lt;/header&gt;\n&lt;div class=\"container\"&gt;\n&lt;section id=\"home\" aria-label=\"Home page\"&gt;\n&lt;h2&gt;Welcome to Iowa&lt;/h2&gt;\n&lt;img src=\"https://picsum.photos/seed/home/800/400\" alt=\"Scenic Iowa landscape with rolling fields and a clear sky\"&gt;\n&lt;p&gt;Discover the heartland’s blend of natural beauty, vibrant communities, and timeless hospitality. Iowa invites you to explore, experience, and enjoy.&lt;/p&gt;\n&lt;/section&gt;\n&lt;section id=\"about\" aria-label=\"About Iowa page\"&gt;\n&lt;h2&gt;About Iowa&lt;/h2&gt;\n&lt;img src=\"https://picsum.photos/seed/about/800/400\" alt=\"Map of Iowa highlighting major cities and landmarks\"&gt;\n&lt;p&gt;Iowa, located in the Midwestern United States, is known for its fertile plains, pioneering spirit, and cultural richness. From historic towns to modern innovation, the state offers a unique balance of tradition and progress.&lt;/p&gt;\n&lt;/section&gt;\n&lt;section id=\"attractions\" aria-label=\"Attractions page\"&gt;\n&lt;h2&gt;Top Attractions&lt;/h2&gt;\n&lt;img src=\"https://picsum.photos/seed/attractions/800/400\" alt=\"A collage of Iowa attractions: covered bridges, state parks, and a bustling downtown\"&gt;\n&lt;p&gt;Explore iconic sites such as the Amana Colonies, the Field of Dreams, the Loess Hills, and vibrant festivals that celebrate music, art, and agriculture.&lt;/p&gt;\n&lt;/section&gt;\n&lt;section id=\"info\" aria-label=\"Visitor Information page\"&gt;\n&lt;h2&gt;Visitor Information&lt;/h2&gt;\n&lt;img src=\"https://picsum.photos/seed/visitor/800/400\" alt=\"Visitor center with helpful staff and informational displays\"&gt;\n&lt;p&gt;Plan your trip with ease. Find accommodation options, transportation tips, seasonal weather guides, and essential resources for a comfortable stay.&lt;/p&gt;\n&lt;/section&gt;\n&lt;section id=\"gallery\" aria-label=\"Gallery page\"&gt;\n&lt;h2&gt;Gallery&lt;/h2&gt;\n&lt;img src=\"https://picsum.photos/seed/gallery/800/400\" alt=\"A curated gallery showcasing Iowa’s landscapes, festivals, and community moments\"&gt;\n&lt;p&gt;Browse a curated collection of images that capture Iowa’s spirit—from sunrise over cornfields to lively city streets.&lt;/p&gt;\n&lt;/section&gt;\n&lt;section id=\"contact\" aria-label=\"Contact page\"&gt;\n&lt;h2&gt;Contact Us&lt;/h2&gt;\n&lt;img src=\"https://picsum.photos/seed/contact/800/400\" alt=\"Contact form illustration with a friendly representative\"&gt;\n&lt;p&gt;Have questions or need assistance? Reach out to our tourism office via email, phone, or the simple contact form below.&lt;/p&gt;\n&lt;form aria-label=\"Contact form\" action=\"#\" method=\"post\"&gt;\n&lt;label for=\"name\"&gt;Name&lt;/label&gt;\n&lt;input type=\"text\" id=\"name\" name=\"name\" placeholder=\"Your name\" required&gt;\n&lt;label for=\"email\"&gt;Email&lt;/label&gt;\n&lt;input type=\"email\" id=\"email\" name=\"email\" placeholder=\"you@example.com\" required&gt;\n&lt;label for=\"message\"&gt;Message&lt;/label&gt;\n&lt;textarea id=\"message\" name=\"message\" rows=\"4\" placeholder=\"Your message\" required&gt;&lt;/textarea&gt;\n&lt;button type=\"submit\" class=\"button\"&gt;Send&lt;/button&gt;\n&lt;/form&gt;\n&lt;/section&gt;\n&lt;/div&gt;\n&lt;footer aria-label=\"Site footer\"&gt;\n© 2026 Iowa Welcome Site. All rights reserved.\n&lt;/footer&gt;\n&lt;script&gt;\ndocument.getElementById('open-new-tab').addEventListener('click',function(e){e.preventDefault();window.open(location.href,'_blank');});\n&lt;/script&gt;\n&lt;/body&gt;\n&lt;/html&gt;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initial-scale=1.0\"&gt;\n&lt;title&gt;Iowa&lt;/title&gt;\n&lt;meta name=\"description\" content=\"Iowa – A clean, Apple‑style welcome site showcasing the state’s highlights, attractions, visitor information, gallery, and contact details.\"&gt;\n&lt;style&gt;\n:root {\n  --color-primary:#141413;\n  --color-secondary:#b0aea5;\n  --color-background:#faf9f5;\n  --color-accent:#6a9bcc;\n  --font-heading:-apple-system, BlinkMacSystemFont, \"Helvetica Neue\", Arial, sans-serif;\n  --font-body:-apple-system, BlinkMacSystemFont, \"Helvetica Neue\", Georgia, serif;\n}\n*{box-sizing:border-box;margin:0;padding:0}\nbody{background:var(--color-background);color:var(--color-primary);font-family:var(--font-body);line-height:1.6;-webkit-font-smoothing:antialiased;}\nheader{background:var(--color-primary);color:#fff;padding:1rem;text-align:center;}\nheader h1{font-family:var(--font-heading);font-size:2.5rem;margin-bottom:0.5rem;}\nnav{margin-top:0.5rem;}\nnav a{color:#fff;text-decoration:none;margin:0 0.75rem;font-weight:500;font-family:var(--font-heading);}\nnav a:hover{text-decoration:underline;}\n.container{max-width:960px;margin:0 auto;padding:1rem;}\nsection{background:#fff;border-radius:0.75rem;box-shadow:0 2px 6px rgba(0,0,0,0.08);padding:1.5rem;margin-bottom:2rem;}\nsection h2{font-family:var(--font-heading);font-size:2rem;margin-bottom:1rem;color:var(--color-primary);}\np{margin-bottom:1rem;color:var(--color-secondary);}\nimg{width:100%;height:auto;border-radius:0.5rem;margin-bottom:1rem;box-shadow:0 1px 3px rgba(0,0,0,0.1);}\n.button,button{display:inline-block;padding:0.75rem 1.5rem;background:var(--color-accent);color:#fff;border:none;border-radius:0.5rem;font-family:var(--font-heading);font-size:1rem;cursor:pointer;box-shadow:0 2px 4px rgba(0,0,0,0.12);transition:background 0.2s;}\n.button:hover,button:hover{background:#5a8bb8;}\nform label{display:block;margin-bottom:0.25rem;font-weight:500;}\nform input,form textarea{width:100%;padding:0.5rem;margin-bottom:1rem;border:1px solid #ccc;border-radius:0.4rem;font-family:var(--font-body);}\nfooter{text-align:center;padding:1rem;font-size:0.875rem;color:var(--color-secondary);}\n.top-bar{background:var(--color-background);padding:0.5rem;text-align:center;}\n.top-bar a{color:var(--color-primary);text-decoration:none;font-family:var(--font-heading);}\n@media (prefers-reduced-motion: no-preference){html{scroll-behavior:smooth;}}\n&lt;/style&gt;\n&lt;/head&gt;\n&lt;body&gt;\n&lt;div class=\"top-bar\"&gt;&lt;a href=\"#\" id=\"open-new-tab\"&gt;Open Iowa site in new tab&lt;/a&gt;&lt;/div&gt;\n&lt;header aria-label=\"Site header\"&gt;\n&lt;h1&gt;Iowa&lt;/h1&gt;\n&lt;nav aria-label=\"Primary navigation\"&gt;\n&lt;a href=\"#home\"&gt;Home&lt;/a&gt;\n&lt;a href=\"#about\"&gt;About&lt;/a&gt;\n&lt;a href=\"#attractions\"&gt;Attractions&lt;/a&gt;\n&lt;a href=\"#info\"&gt;Visitor Info&lt;/a&gt;\n&lt;a href=\"#gallery\"&gt;Gallery&lt;/a&gt;\n&lt;a href=\"#contact\"&gt;Contact&lt;/a&gt;\n&lt;/nav&gt;\n&lt;/header&gt;\n&lt;div class=\"container\"&gt;\n&lt;section id=\"home\" aria-label=\"Home page\"&gt;\n&lt;h2&gt;Welcome to Iowa&lt;/h2&gt;\n&lt;img src=\"https://picsum.photos/seed/home/800/400\" alt=\"Scenic Iowa landscape with rolling fields and a clear sky\"&gt;\n&lt;p&gt;Discover the heartland’s blend of natural beauty, vibrant communities, and timeless hospitality. Iowa invites you to explore, experience, and enjoy.&lt;/p&gt;\n&lt;/section&gt;\n&lt;section id=\"about\" aria-label=\"About page\"&gt;\n&lt;h2&gt;About Iowa&lt;/h2&gt;\n&lt;img src=\"https://picsum.photos/seed/about/800/400\" alt=\"Map of Iowa highlighting major cities and landmarks\"&gt;\n&lt;p&gt;Iowa, located in the Midwestern United States, is known for its fertile plains, pioneering spirit, and cultural richness. From historic towns to modern innovation, the state offers a unique balance of tradition and progress.&lt;/p&gt;\n&lt;/section&gt;\n&lt;section id=\"attractions\" aria-label=\"Attractions page\"&gt;\n&lt;h2&gt;Top Attractions&lt;/h2&gt;\n&lt;img src=\"https://picsum.photos/seed/attractions/800/400\" alt=\"A collage of Iowa attractions: covered bridges, state parks, and a bustling downtown\"&gt;\n&lt;p&gt;Explore iconic sites such as the Amana Colonies, the Field of Dreams, the Loess Hills, and vibrant festivals that celebrate music, art, and agriculture.&lt;/p&gt;\n&lt;/section&gt;\n&lt;section id=\"info\" aria-label=\"Visitor Information page\"&gt;\n&lt;h2&gt;Visitor Information&lt;/h2&gt;\n&lt;img src=\"https://picsum.photos/seed/visitor/800/400\" alt=\"Visitor center with helpful staff and informational displays\"&gt;\n&lt;p&gt;Plan your trip with ease. Find accommodation options, transportation tips, seasonal weather guides, and essential resources for a comfortable stay.&lt;/p&gt;\n&lt;/section&gt;\n&lt;section id=\"gallery\" aria-label=\"Gallery page\"&gt;\n&lt;h2&gt;Gallery&lt;/h2&gt;\n&lt;img src=\"https://picsum.photos/seed/gallery/800/400\" alt=\"A curated gallery showcasing Iowa’s landscapes, festivals, and community moments\"&gt;\n&lt;p&gt;Browse a curated collection of images that capture Iowa’s spirit—from sunrise over cornfields to lively city streets.&lt;/p&gt;\n&lt;/section&gt;\n&lt;section id=\"contact\" aria-label=\"Contact page\"&gt;\n&lt;h2&gt;Contact Us&lt;/h2&gt;\n&lt;img src=\"https://picsum.photos/seed/contact/800/400\" alt=\"Contact form illustration with a friendly representative\"&gt;\n&lt;p&gt;Have questions or need assistance? Reach out to our tourism office via email, phone, or the simple contact form below.&lt;/p&gt;\n&lt;form aria-label=\"Contact form\" action=\"#\" method=\"post\"&gt;\n&lt;label for=\"name\"&gt;Name&lt;/label&gt;\n&lt;input type=\"text\" id=\"name\" name=\"name\" placeholder=\"Your name\" required&gt;\n&lt;label for=\"email\"&gt;Email&lt;/label&gt;\n&lt;input type=\"email\" id=\"email\" name=\"email\" placeholder=\"you@example.com\" required&gt;\n&lt;label for=\"message\"&gt;Message&lt;/label&gt;\n&lt;textarea id=\"message\" name=\"message\" rows=\"4\" placeholder=\"Your message\" required&gt;&lt;/textarea&gt;\n&lt;button type=\"submit\" class=\"button\"&gt;Send&lt;/button&gt;\n&lt;/form&gt;\n&lt;/section&gt;\n&lt;/div&gt;\n&lt;footer aria-label=\"Site footer\"&gt;\n© 2026 Iowa Welcome Site. All rights reserved.\n&lt;/footer&gt;\n&lt;script&gt;\ndocument.getElementById('open-new-tab').addEventListener('click',function(e){e.preventDefault();window.open(location.href,'_blank');});\n&lt;/script&gt;\n&lt;/body&gt;\n&lt;/html&gt;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A clean, Apple‑style welcome site showcasing the state’s highlights, attractions, visitor information, gallery, and contact details."&gt;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 Welcome Site&lt;/h1&gt;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type="checkbox" id="nav-toggle" class="nav-toggle" aria-label="Toggle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for="nav-toggle" class="nav-toggle-label"&gt;&lt;span&gt;&lt;/span&gt;&lt;/label&gt;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&lt;ul class="nav-list"&gt;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&lt;li&gt;&lt;a href="index.html#home"&gt;Home&lt;/a&gt;&lt;/li&gt;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&lt;li&gt;&lt;a href="about.html#about"&gt;About Iowa&lt;/a&gt;&lt;/li&gt;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&lt;li&gt;&lt;a href="attractions.html#attractions"&gt;Attractions&lt;/a&gt;&lt;/li&gt;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&lt;li&gt;&lt;a href="info.html#info"&gt;Visitor Info&lt;/a&gt;&lt;/li&gt;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&lt;li&gt;&lt;a href="gallery.html#gallery"&gt;Gallery&lt;/a&gt;&lt;/li&gt;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&lt;li&gt;&lt;a href="contact.html#contact"&gt;Contact&lt;/a&gt;&lt;/li&gt;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&lt;/ul&gt;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id="home" aria-label="Home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&lt;h2&gt;Welcome to Iowa&lt;/h2&gt;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src="https://picsum.photos/seed/home/800/400" alt="Scenic Iowa landscape with rolling fields and a clear sky"&gt;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&lt;p&gt;Discover the heartland’s blend of natural beauty, vibrant communities, and timeless hospitality. Iowa invites you to explore, experience, and enjoy.&lt;/p&gt;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html&gt;\n&lt;html lang=\"en\"&gt;\n&lt;head&gt;\n&lt;meta charset=\"UTF-8\"&gt;\n&lt;meta name=\"viewport\" content=\"width=device-width, initial-scale=1.0\"&gt;\n&lt;title&gt;Iowa&lt;/title&gt;\n&lt;meta name=\"description\" content=\"Iowa – A clean, Apple‑style welcome site showcasing the state’s highlights, attractions, visitor information, gallery, and contact details.\"&gt;\n&lt;style&gt;\n:root {\n  --color-primary:#141413;\n  --color-secondary:#b0aea5;\n  --color-background:#faf9f5;\n  --color-accent:#6a9bcc;\n  --font-heading:-apple-system, BlinkMacSystemFont, \"Helvetica Neue\", Arial, sans-serif;\n  --font-body:-apple-system, BlinkMacSystemFont, \"Helvetica Neue\", Georgia, serif;\n}\n*{box-sizing:border-box;margin:0;padding:0}\nbody{background:var(--color-background);color:var(--color-primary);font-family:var(--font-body);line-height:1.6;-webkit-font-smoothing:antialiased}\nheader{background:var(--color-primary);color:#fff;padding:1rem;text-align:center}\nheader h1{font-family:var(--font-heading);font-size:2.5rem;margin-bottom:0.5rem}\nnav{margin-top:0.5rem}\nnav a{color:#fff;text-decoration:none;margin:0 0.75rem;font-weight:500;font-family:var(--font-heading)}\nnav a:hover{text-decoration:underline}\n.container{max-width:960px;margin:0 auto;padding:1rem}\nsection{background:#fff;border-radius:0.75rem;box-shadow:0 2px 6px rgba(0,0,0,0.08);padding:1.5rem;margin-bottom:2rem}\nsection h2{font-family:var(--font-heading);font-size:2rem;margin-bottom:1rem;color:var(--color-primary)}\np{margin-bottom:1rem;color:var(--color-secondary)}\nimg{width:100%;height:auto;border-radius:0.5rem;margin-bottom:1rem;box-shadow:0 1px 3px rgba(0,0,0,0.1)}\n.button,button{display:inline-block;padding:0.75rem 1.5rem;background:var(--color-accent);color:#fff;border:none;border-radius:0.5rem;font-family:var(--font-heading);font-size:1rem;cursor:pointer;box-shadow:0 2px 4px rgba(0,0,0,0.12);transition:background 0.2s}\n.button:hover,button:hover{background:#5a8bb8}\nform label{display:block;margin-bottom:0.25rem;font-weight:500}\nform input,form textarea{width:100%;padding:0.5rem;margin-bottom:1rem;border:1px solid #ccc;border-radius:0.4rem;font-family:var(--font-body)}\nfooter{text-align:center;padding:1rem;font-size:0.875rem;color:var(--color-secondary)}\n.top-bar{background:var(--color-background);padding:0.5rem;text-align:center}\n.top-bar a{color:var(--color-primary);text-decoration:none;font-family:var(--font-heading)}\n@media (prefers-reduced-motion: no-preference){html{scroll-behavior:smooth}}\n&lt;/style&gt;\n&lt;/head&gt;\n&lt;body&gt;\n&lt;div class=\"top-bar\"&gt;&lt;a href=\"#\" id=\"open-new-tab\"&gt;Open Iowa site in new tab&lt;/a&gt;&lt;/div&gt;\n&lt;header aria-label=\"Site header\"&gt;\n&lt;h1&gt;Iowa&lt;/h1&gt;\n&lt;nav aria-label=\"Primary navigation\"&gt;\n&lt;a href=\"#home\"&gt;Home&lt;/a&gt;\n&lt;a href=\"#about\"&gt;About&lt;/a&gt;\n&lt;a href=\"#attractions\"&gt;Attractions&lt;/a&gt;\n&lt;a href=\"#info\"&gt;Visitor Info&lt;/a&gt;\n&lt;a href=\"#gallery\"&gt;Gallery&lt;/a&gt;\n&lt;a href=\"#contact\"&gt;Contact&lt;/a&gt;\n&lt;/nav&gt;\n&lt;/header&gt;\n&lt;div class=\"container\"&gt;\n&lt;section id=\"home\" aria-label=\"Home page\"&gt;\n&lt;h2&gt;Welcome to Iowa&lt;/h2&gt;\n&lt;img src=\"https://picsum.photos/seed/home/800/400\" alt=\"Scenic Iowa landscape with rolling fields and a clear sky\"&gt;\n&lt;p&gt;Discover the heartland’s blend of natural beauty, vibrant communities, and timeless hospitality. Iowa invites you to explore, experience, and enjoy.&lt;/p&gt;\n&lt;/section&gt;\n&lt;section id=\"about\" aria-label=\"About Iowa page\"&gt;\n&lt;h2&gt;About Iowa&lt;/h2&gt;\n&lt;img src=\"https://picsum.photos/seed/about/800/400\" alt=\"Map of Iowa highlighting major cities and landmarks\"&gt;\n&lt;p&gt;Iowa, located in the Midwestern United States, is known for its fertile plains, pioneering spirit, and cultural richness. From historic towns to modern innovation, the state offers a unique balance of tradition and progress.&lt;/p&gt;\n&lt;/section&gt;\n&lt;section id=\"attractions\" aria-label=\"Attractions page\"&gt;\n&lt;h2&gt;Top Attractions&lt;/h2&gt;\n&lt;img src=\"https://picsum.photos/seed/attractions/800/400\" alt=\"A collage of Iowa attractions: covered bridges, state parks, and a bustling downtown\"&gt;\n&lt;p&gt;Explore iconic sites such as the Amana Colonies, the Field of Dreams, the Loess Hills, and vibrant festivals that celebrate music, art, and agriculture.&lt;/p&gt;\n&lt;/section&gt;\n&lt;section id=\"info\" aria-label=\"Visitor Information page\"&gt;\n&lt;h2&gt;Visitor Information&lt;/h2&gt;\n&lt;img src=\"https://picsum.photos/seed/visitor/800/400\" alt=\"Visitor center with helpful staff and informational displays\"&gt;\n&lt;p&gt;Plan your trip with ease. Find accommodation options, transportation tips, seasonal weather guides, and essential resources for a comfortable stay.&lt;/p&gt;\n&lt;/section&gt;\n&lt;section id=\"gallery\" aria-label=\"Gallery page\"&gt;\n&lt;h2&gt;Gallery&lt;/h2&gt;\n&lt;img src=\"https://picsum.photos/seed/gallery/800/400\" alt=\"A curated gallery showcasing Iowa’s landscapes, festivals, and community moments\"&gt;\n&lt;p&gt;Browse a curated collection of images that capture Iowa’s spirit—from sunrise over cornfields to lively city streets.&lt;/p&gt;\n&lt;/section&gt;\n&lt;section id=\"contact\" aria-label=\"Contact page\"&gt;\n&lt;h2&gt;Contact Us&lt;/h2&gt;\n&lt;img src=\"https://picsum.photos/seed/contact/800/400\" alt=\"Contact form illustration with a friendly representative\"&gt;\n&lt;p&gt;Have questions or need assistance? Reach out to our tourism office via email, phone, or the simple contact form below.&lt;/p&gt;\n&lt;form aria-label=\"Contact form\" action=\"#\" method=\"post\"&gt;\n&lt;label for=\"name\"&gt;Name&lt;/label&gt;\n&lt;input type=\"text\" id=\"name\" name=\"name\" placeholder=\"Your name\" required&gt;\n&lt;label for=\"email\"&gt;Email&lt;/label&gt;\n&lt;input type=\"email\" id=\"email\" name=\"email\" placeholder=\"you@example.com\" required&gt;\n&lt;label for=\"message\"&gt;Message&lt;/label&gt;\n&lt;textarea id=\"message\" name=\"message\" rows=\"4\" placeholder=\"Your message\" required&gt;&lt;/textarea&gt;\n&lt;button type=\"submit\" class=\"button\"&gt;Send&lt;/button&gt;\n&lt;/form&gt;\n&lt;/section&gt;\n&lt;/div&gt;\n&lt;footer aria-label=\"Site footer\"&gt;\n© 2026 Iowa Welcome Site. All rights reserved.\n&lt;/footer&gt;\n&lt;script&gt;\ndocument.getElementById('open-new-tab').addEventListener('click',function(e){e.preventDefault();window.open(location.href,'_blank');});\n&lt;/script&gt;\n&lt;/body&gt;\n&lt;/html&gt;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&lt;!DOCTYPE html&gt;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&lt;html lang="en"&gt;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charset="UTF-8"&gt;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name="viewport" content="width=device-width, initial-scale=1.0"&gt;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&lt;meta name="description" content="Iowa – Contact page for visitor inquiries with a simple contact form."&gt;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&lt;title&gt;Contact – Iowa Welcome Site&lt;/title&gt;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&lt;link rel="stylesheet" href="style.css"&gt;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&lt;header aria-label="Site header"&gt;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&lt;h1&gt;Iowa&lt;/h1&gt;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&lt;nav aria-label="Primary navigation"&gt;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href="index.html"&gt;Home&lt;/a&gt;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href="about.html"&gt;About&lt;/a&gt;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href="attractions.html"&gt;Attractions&lt;/a&gt;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href="info.html"&gt;Info&lt;/a&gt;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href="gallery.html"&gt;Gallery&lt;/a&gt;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&lt;a href="contact.html"&gt;Contact&lt;/a&gt;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&lt;/nav&gt;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&lt;/header&gt;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&lt;main class="container"&gt;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&lt;section id="contact" aria-label="Contact page"&gt;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&lt;h2&gt;Contact Us&lt;/h2&gt;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&lt;img src="https://picsum.photos/seed/contact/800/400" alt="Contact form illustration with a friendly representative"&gt;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&lt;p&gt;Have questions or need assistance? Reach out to our tourism office via email, phone, or the simple contact form below.&lt;/p&gt;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&lt;form aria-label="Contact form" action="#" method="post"&gt;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for="name"&gt;Name&lt;/label&gt;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type="text" id="name" name="name" placeholder="Your name"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for="email"&gt;Email&lt;/label&gt;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&lt;input type="email" id="email" name="email" placeholder="you@example.com" required&gt;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&lt;label for="message"&gt;Message&lt;/label&gt;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&lt;textarea id="message" name="message" rows="4" placeholder="Your message" required&gt;&lt;/textarea&gt;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&lt;button type="submit" class="button"&gt;Send&lt;/button&gt;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&lt;/form&gt;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&lt;/section&gt;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&lt;/main&gt;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&lt;footer aria-label="Site footer"&gt;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© 2026 Iowa Welcome Site. All rights reserved.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&lt;/footer&gt;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&lt;/body&gt;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