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Iowa Welcome Site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Create a five-page Apple-style HTML website named Iowa (codename Aiden IWO).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creative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"Iowa Welcome Site Build" has been completed successfully. All actions were performed according to standard operating procedures for creative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2026-03-06T18:20:40.700Z_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