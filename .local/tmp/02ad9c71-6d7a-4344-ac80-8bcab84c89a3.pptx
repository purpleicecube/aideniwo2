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Iowa Website Build – 5‑Page Apple‑style HTML 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&lt;!DOCTYPE html&gt;&lt;html&gt;&lt;head&gt;&lt;meta charset="UTF-8"&gt;&lt;meta name="viewport" content="width=device-width, initial-scale=1.0"&gt;&lt;title&gt;Iowa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class="header"&gt;&lt;h1&gt;Iowa Website&lt;/h1&gt;&lt;/div&gt;&lt;div class="nav"&gt;&lt;a href="#"&gt;Home&lt;/a&gt;&lt;a href="#"&gt;About&lt;/a&gt;&lt;a href="#"&gt;Contact&lt;/a&gt;&lt;/div&gt;&lt;div class="content"&gt;&lt;h2&gt;Welcome to Iowa Website&lt;/h2&gt;&lt;p&gt;This is a sample website for the state of Iowa, showcasing its beauty and attractions.&lt;/p&gt;&lt;img src="https://picsum.photos/800/400" alt="Iowa Landscape"&gt;&lt;/div&gt;&lt;div class="content"&gt;&lt;h2&gt;About Iowa&lt;/h2&gt;&lt;p&gt;Iowa is a state located in the Midwestern United States, known for its rolling hills, scenic countryside, and vibrant cities.&lt;/p&gt;&lt;img src="https://picsum.photos/seed/iowa/800/400" alt="Iowa Cityscape"&gt;&lt;/div&gt;&lt;div class="content"&gt;&lt;h2&gt;Things to Do in Iowa&lt;/h2&gt;&lt;p&gt;From outdoor activities like hiking and fishing, to cultural attractions like museums and festivals, Iowa has something for everyone.&lt;/p&gt;&lt;img src="https://picsum.photos/seed/outdoors/800/400" alt="Outdoor Activities"&gt;&lt;/div&gt;&lt;div class="content"&gt;&lt;h2&gt;Get in Touch&lt;/h2&gt;&lt;p&gt;Contact us to learn more about Iowa and plan your visit.&lt;/p&gt;&lt;img src="https://picsum.photos/seed/contact/800/400" alt="Contact Us"&gt;&lt;/div&gt;&lt;div class="content"&gt;&lt;h2&gt;Learn More&lt;/h2&gt;&lt;p&gt;Discover more about Iowa's history, culture, and natural beauty.&lt;/p&gt;&lt;img src="https://picsum.photos/seed/learn/800/400" alt="Learn More"&gt;&lt;/div&gt;&lt;div class="footer"&gt;&lt;p&gt;&amp;copy; 2024 Iowa Website&lt;/p&gt;&lt;/div&gt;&lt;/div&gt;&lt;/body&gt;&lt;/html&gt;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class="header"&gt;&lt;h1&gt;Iowa Website&lt;/h1&gt;&lt;/div&gt;&lt;div class="nav"&gt;&lt;a href="#"&gt;Home&lt;/a&gt;&lt;a href="#"&gt;About&lt;/a&gt;&lt;a href="#"&gt;Contact&lt;/a&gt;&lt;/div&gt;&lt;div class="content"&gt;&lt;h2&gt;Welcome to Iowa Website&lt;/h2&gt;&lt;p&gt;This is a sample website for the state of Iowa, showcasing its beauty and attractions.&lt;/p&gt;&lt;img src="https://picsum.photos/800/400" alt="Iowa Landscape"&gt;&lt;/div&gt;&lt;div class="content"&gt;&lt;h2&gt;About Iowa&lt;/h2&gt;&lt;p&gt;Iowa is a state located in the Midwestern United States, known for its rolling hills, scenic countryside, and vibrant cities.&lt;/p&gt;&lt;img src="https://picsum.photos/seed/iowa/800/400" alt="Iowa Cityscape"&gt;&lt;/div&gt;&lt;div class="content"&gt;&lt;h2&gt;Things to Do in Iowa&lt;/h2&gt;&lt;p&gt;From outdoor activities like hiking and fishing, to cultural attractions like museums and festivals, Iowa has something for everyone.&lt;/p&gt;&lt;img src="https://picsum.photos/seed/outdoors/800/400" alt="Outdoor Activities"&gt;&lt;/div&gt;&lt;div class="content"&gt;&lt;h2&gt;Get in Touch&lt;/h2&gt;&lt;p&gt;Contact us to learn more about Iowa and plan your visit.&lt;/p&gt;&lt;img src="https://picsum.photos/seed/contact/800/400" alt="Contact Us"&gt;&lt;/div&gt;&lt;div class="content"&gt;&lt;h2&gt;Learn More&lt;/h2&gt;&lt;p&gt;Discover more about Iowa's history, culture, and natural beauty.&lt;/p&gt;&lt;img src="https://picsum.photos/seed/learn/800/400" alt="Learn More"&gt;&lt;/div&gt;&lt;div class="footer"&gt;&lt;p&gt;&amp;copy; 2024 Iowa Website&lt;/p&gt;&lt;/div&gt;&lt;/div&gt;&lt;/body&gt;&lt;/html&gt;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class="header"&gt;&lt;h1&gt;Iowa Website&lt;/h1&gt;&lt;/div&gt;&lt;div class="nav"&gt;&lt;a href="home.html"&gt;Home&lt;/a&gt;&lt;a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 Website&lt;/h2&gt;&lt;p&gt;This is a sample website for the state of Iowa, showcasing its beauty and attractions.&lt;/p&gt;&lt;img src="https://picsum.photos/800/400" alt="Iowa Landscape"&gt;&lt;/div&gt;&lt;div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initial-scale=1.0"&gt;&lt;title&gt;Home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class="header"&gt;&lt;h1&gt;Home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Iowa&lt;/h2&gt;&lt;p&gt;Iowa is a state located in the Midwestern United States, known for its rolling hills, scenic countryside, and vibrant cities.&lt;/p&gt;&lt;img src="https://picsum.photos/seed/iowa/800/400" alt="Iowa Cityscape"&gt;&lt;/div&gt;&lt;div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initial-scale=1.0"&gt;&lt;title&gt;About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class="header"&gt;&lt;h1&gt;About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class="content"&gt;&lt;h2&gt;About Iowa&lt;/h2&gt;&lt;p&gt;Iowa is a state located in the Midwestern United States, known for its rolling hills, scenic countryside, and vibrant cities.&lt;/p&gt;&lt;img src="https://picsum.photos/seed/about/800/400" alt="About Iowa"&gt;&lt;/div&gt;&lt;div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initial-scale=1.0"&gt;&lt;title&gt;Things to Do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class="header"&gt;&lt;h1&gt;Things to Do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class="content"&gt;&lt;h2&gt;Things to Do in Iowa&lt;/h2&gt;&lt;p&gt;From outdoor activities like hiking and fishing, to cultural attractions like museums and festivals, Iowa has something for everyone.&lt;/p&gt;&lt;img src="https://picsum.photos/seed/outdoors/800/400" alt="Outdoor Activities"&gt;&lt;/div&gt;&lt;div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initial-scale=1.0"&gt;&lt;title&gt;Learn More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class="header"&gt;&lt;h1&gt;Learn More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class="content"&gt;&lt;h2&gt;Learn More About Iowa&lt;/h2&gt;&lt;p&gt;Discover more about Iowa's history, culture, and natural beauty.&lt;/p&gt;&lt;img src="https://picsum.photos/seed/learn/800/400" alt="Learn More"&gt;&lt;/div&gt;&lt;div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initial-scale=1.0"&gt;&lt;title&gt;Contact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class="header"&gt;&lt;h1&gt;Contact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class="content"&gt;&lt;h2&gt;Get in Touch&lt;/h2&gt;&lt;p&gt;Contact us to learn more about Iowa and plan your visit.&lt;/p&gt;&lt;img src="https://picsum.photos/seed/contact/800/400" alt="Contact Us"&gt;&lt;/div&gt;&lt;div class="footer"&gt;&lt;p&gt;&amp;copy; 2024 Iowa Website&lt;/p&gt;&lt;/div&gt;&lt;/div&gt;&lt;/body&gt;&lt;/html&gt;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class="header"&gt;&lt;h1&gt;Iowa Website&lt;/h1&gt;&lt;/div&gt;&lt;div class="nav"&gt;&lt;a href="home.html"&gt;Home&lt;/a&gt;&lt;a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 Website&lt;/h2&gt;&lt;p&gt;This is a sample website for the state of Iowa, showcasing its beauty and attractions.&lt;/p&gt;&lt;img src="https://picsum.photos/800/400" alt="Iowa Landscape"&gt;&lt;/div&gt;&lt;div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initial-scale=1.0"&gt;&lt;title&gt;Home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class="header"&gt;&lt;h1&gt;Home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Iowa&lt;/h2&gt;&lt;p&gt;Iowa is a state located in the Midwestern United States, known for its rolling hills, scenic countryside, and vibrant cities.&lt;/p&gt;&lt;img src="https://picsum.photos/seed/iowa/800/400" alt="Iowa Cityscape"&gt;&lt;/div&gt;&lt;div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initial-scale=1.0"&gt;&lt;title&gt;About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class="header"&gt;&lt;h1&gt;About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class="content"&gt;&lt;h2&gt;About Iowa&lt;/h2&gt;&lt;p&gt;Iowa is a state located in the Midwestern United States, known for its rolling hills, scenic countryside, and vibrant cities.&lt;/p&gt;&lt;img src="https://picsum.photos/seed/about/800/400" alt="About Iowa"&gt;&lt;/div&gt;&lt;div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initial-scale=1.0"&gt;&lt;title&gt;Things to Do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class="header"&gt;&lt;h1&gt;Things to Do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class="content"&gt;&lt;h2&gt;Things to Do in Iowa&lt;/h2&gt;&lt;p&gt;From outdoor activities like hiking and fishing, to cultural attractions like museums and festivals, Iowa has something for everyone.&lt;/p&gt;&lt;img src="https://picsum.photos/seed/outdoors/800/400" alt="Outdoor Activities"&gt;&lt;/div&gt;&lt;div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initial-scale=1.0"&gt;&lt;title&gt;Learn More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class="header"&gt;&lt;h1&gt;Learn More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class="content"&gt;&lt;h2&gt;Learn More About Iowa&lt;/h2&gt;&lt;p&gt;Discover more about Iowa's history, culture, and natural beauty.&lt;/p&gt;&lt;img src="https://picsum.photos/seed/learn/800/400" alt="Learn More"&gt;&lt;/div&gt;&lt;div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initial-scale=1.0"&gt;&lt;title&gt;Contact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class="header"&gt;&lt;h1&gt;Contact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class="content"&gt;&lt;h2&gt;Get in Touch&lt;/h2&gt;&lt;p&gt;Contact us to learn more about Iowa and plan your visit.&lt;/p&gt;&lt;img src="https://picsum.photos/seed/contact/800/400" alt="Contact Us"&gt;&lt;/div&gt;&lt;div class="footer"&gt;&lt;p&gt;&amp;copy; 2024 Iowa Website&lt;/p&gt;&lt;/div&gt;&lt;/div&gt;&lt;/body&gt;&lt;/html&gt;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class="header"&gt;&lt;h1&gt;Iowa Website&lt;/h1&gt;&lt;/div&gt;&lt;div class="nav"&gt;&lt;a href="home.html"&gt;Home&lt;/a&gt;&lt;a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 Website&lt;/h2&gt;&lt;p&gt;This is a sample website for the state of Iowa, showcasing its beauty and attractions.&lt;/p&gt;&lt;img src="https://picsum.photos/800/400" alt="Iowa Landscape"&gt;&lt;/div&gt;&lt;div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initial-scale=1.0"&gt;&lt;title&gt;Home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class="header"&gt;&lt;h1&gt;Home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Iowa&lt;/h2&gt;&lt;p&gt;Iowa is a state located in the Midwestern United States, known for its rolling hills, scenic countryside, and vibrant cities.&lt;/p&gt;&lt;img src="https://picsum.photos/seed/iowa/800/400" alt="Iowa Cityscape"&gt;&lt;/div&gt;&lt;div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initial-scale=1.0"&gt;&lt;title&gt;About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class="header"&gt;&lt;h1&gt;About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class="content"&gt;&lt;h2&gt;About Iowa&lt;/h2&gt;&lt;p&gt;Iowa is a state located in the Midwestern United States, known for its rolling hills, scenic countryside, and vibrant cities.&lt;/p&gt;&lt;img src="https://picsum.photos/seed/about/800/400" alt="About Iowa"&gt;&lt;/div&gt;&lt;div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initial-scale=1.0"&gt;&lt;title&gt;Things to Do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class="header"&gt;&lt;h1&gt;Things to Do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class="content"&gt;&lt;h2&gt;Things to Do in Iowa&lt;/h2&gt;&lt;p&gt;From outdoor activities like hiking and fishing, to cultural attractions like museums and festivals, Iowa has something for everyone.&lt;/p&gt;&lt;img src="https://picsum.photos/seed/outdoors/800/400" alt="Outdoor Activities"&gt;&lt;/div&gt;&lt;div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initial-scale=1.0"&gt;&lt;title&gt;Learn More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class="header"&gt;&lt;h1&gt;Learn More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class="content"&gt;&lt;h2&gt;Learn More About Iowa&lt;/h2&gt;&lt;p&gt;Discover more about Iowa's history, culture, and natural beauty.&lt;/p&gt;&lt;img src="https://picsum.photos/seed/learn/800/400" alt="Learn More"&gt;&lt;/div&gt;&lt;div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initial-scale=1.0"&gt;&lt;title&gt;Contact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class="header"&gt;&lt;h1&gt;Contact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class="content"&gt;&lt;h2&gt;Get in Touch&lt;/h2&gt;&lt;p&gt;Contact us to learn more about Iowa and plan your visit.&lt;/p&gt;&lt;img src="https://picsum.photos/seed/contact/800/400" alt="Contact Us"&gt;&lt;/div&gt;&lt;div class="footer"&gt;&lt;p&gt;&amp;copy; 2024 Iowa Website&lt;/p&gt;&lt;/div&gt;&lt;/div&gt;&lt;/body&gt;&lt;/html&gt;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class="header"&gt;&lt;h1&gt;Iowa Website&lt;/h1&gt;&lt;/div&gt;&lt;div class="nav"&gt;&lt;a href="home.html"&gt;Home&lt;/a&gt;&lt;a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 Website&lt;/h2&gt;&lt;p&gt;This is a sample website for the state of Iowa, showcasing its beauty and attractions.&lt;/p&gt;&lt;img src="https://picsum.photos/800/400" alt="Iowa Landscape"&gt;&lt;/div&gt;&lt;div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initial-scale=1.0"&gt;&lt;title&gt;Home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class="header"&gt;&lt;h1&gt;Home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Iowa&lt;/h2&gt;&lt;p&gt;Iowa is a state located in the Midwestern United States, known for its rolling hills, scenic countryside, and vibrant cities.&lt;/p&gt;&lt;img src="https://picsum.photos/seed/iowa/800/400" alt="Iowa Cityscape"&gt;&lt;/div&gt;&lt;div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initial-scale=1.0"&gt;&lt;title&gt;About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class="header"&gt;&lt;h1&gt;About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class="content"&gt;&lt;h2&gt;About Iowa&lt;/h2&gt;&lt;p&gt;Iowa is a state located in the Midwestern United States, known for its rolling hills, scenic countryside, and vibrant cities.&lt;/p&gt;&lt;img src="https://picsum.photos/seed/about/800/400" alt="About Iowa"&gt;&lt;/div&gt;&lt;div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initial-scale=1.0"&gt;&lt;title&gt;Things to Do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class="header"&gt;&lt;h1&gt;Things to Do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class="content"&gt;&lt;h2&gt;Things to Do in Iowa&lt;/h2&gt;&lt;p&gt;From outdoor activities like hiking and fishing, to cultural attractions like museums and festivals, Iowa has something for everyone.&lt;/p&gt;&lt;img src="https://picsum.photos/seed/outdoors/800/400" alt="Outdoor Activities"&gt;&lt;/div&gt;&lt;div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initial-scale=1.0"&gt;&lt;title&gt;Learn More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class="header"&gt;&lt;h1&gt;Learn More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class="content"&gt;&lt;h2&gt;Learn More About Iowa&lt;/h2&gt;&lt;p&gt;Discover more about Iowa's history, culture, and natural beauty.&lt;/p&gt;&lt;img src="https://picsum.photos/seed/learn/800/400" alt="Learn More"&gt;&lt;/div&gt;&lt;div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initial-scale=1.0"&gt;&lt;title&gt;Contact - 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class="header"&gt;&lt;h1&gt;Contact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class="content"&gt;&lt;h2&gt;Get in Touch&lt;/h2&gt;&lt;p&gt;Contact us to learn more about Iowa and plan your visit.&lt;/p&gt;&lt;img src="https://picsum.photos/seed/contact/800/400" alt="Contact Us"&gt;&lt;/div&gt;&lt;div class="footer"&gt;&lt;p&gt;&amp;copy; 2024 Iowa Website&lt;/p&gt;&lt;/div&gt;&lt;/div&gt;&lt;/body&gt;&lt;/html&gt;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class="header"&gt;&lt;h1&gt;Iowa Website&lt;/h1&gt;&lt;/div&gt;&lt;div class="nav"&gt;&lt;a href="home.html"&gt;Home&lt;/a&gt;&lt;a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 Website&lt;/h2&gt;&lt;p&gt;This is a sample website for the state of Iowa, showcasing its beauty and attractions.&lt;/p&gt;&lt;img src="https://picsum.photos/800/400" alt="Iowa Landscape"&gt;&lt;/div&gt;&lt;div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initial-scale=1.0"&gt;&lt;title&gt;Home - 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class="header"&gt;&lt;h1&gt;Home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class="content"&gt;&lt;h2&gt;Welcome to Iowa&lt;/h2&gt;&lt;p&gt;Iowa is a state located in the Midwestern United States, known for its rolling hills, scenic countryside, and vibrant cities.&lt;/p&gt;&lt;img src="https://picsum.photos/seed/iowa/800/400" alt="Iowa Cityscape"&gt;&lt;/div&gt;&lt;div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initial-scale=1.0"&gt;&lt;title&gt;About - 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class="header"&gt;&lt;h1&gt;About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class="content"&gt;&lt;h2&gt;About Iowa&lt;/h2&gt;&lt;p&gt;Iowa is a state located in the Midwestern United States, known for its rolling hills, scenic countryside, and vibrant cities.&lt;/p&gt;&lt;img src="https://picsum.photos/seed/about/800/400" alt="About Iowa"&gt;&lt;/div&gt;&lt;div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initial-scale=1.0"&gt;&lt;title&gt;Things to Do - 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class="header"&gt;&lt;h1&gt;Things to Do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class="content"&gt;&lt;h2&gt;Things to Do in Iowa&lt;/h2&gt;&lt;p&gt;From outdoor activities like hiking and fishing, to cultural attractions like museums and festivals, Iowa has something for everyone.&lt;/p&gt;&lt;img src="https://picsum.photos/seed/outdoors/800/400" alt="Outdoor Activities"&gt;&lt;/div&gt;&lt;div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initial-scale=1.0"&gt;&lt;title&gt;Learn More - 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class="header"&gt;&lt;h1&gt;Learn More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class="content"&gt;&lt;h2&gt;Learn More About Iowa&lt;/h2&gt;&lt;p&gt;Discover more about Iowa's history, culture, and natural beauty.&lt;/p&gt;&lt;img src="https://picsum.photos/seed/learn/800/400" alt="Learn More"&gt;&lt;/div&gt;&lt;div class="footer"&gt;&lt;p&gt;&amp;copy; 2024 Iowa Website&lt;/p&gt;&lt;/div&gt;&lt;/div&gt;&lt;/body&gt;&lt;/html&gt;&lt;br&gt;&lt;br&gt;&lt;hr&gt;&lt;br&gt;&lt;br&gt;&lt;!DOCTYPE html&gt;&lt;html&gt;&lt;head&gt;&lt;meta charset="UTF-8"&gt;&lt;meta name="viewport" content="width=device-width, initial-scale=1.0"&gt;&lt;title&gt;Contact - 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.header h1 { margin: 0; } .nav { background-color: #8b49e2; padding: 10px; text-align: center; } .nav a { color: #fff; text-decoration: none; margin: 0 10px; } .nav a:hover { color: #ccc; } .content { padding: 20px; } .content h2 { margin-top: 0; } .footer { background-color: #091c53; color: #fff; padding: 10px; text-align: center; clear: both; } @media only screen and (max-width: 768px) { .container { margin: 20px auto; } } @media only screen and (max-width: 480px) { .container { margin: 10px auto; } .nav { padding: 5px; } .nav a { margin: 0 5px; } } &lt;/style&gt;&lt;/head&gt;&lt;body&gt;&lt;div class="container"&gt;&lt;div class="header"&gt;&lt;h1&gt;Contact - Iowa Website&lt;/h1&gt;&lt;/div&gt;&lt;div class="nav"&gt;&lt;a href="index.html"&gt;Home&lt;/a&gt;&lt;a href="about.html"&gt;About&lt;/a&gt;&lt;a href="contact.html"&gt;Contact&lt;/a&gt;&lt;a href="things-to-do.html"&gt;Things to Do&lt;/a&gt;&lt;a href="learn-more.html"&gt;Learn More&lt;/a&gt;&lt;/div&gt;&lt;div class="content"&gt;&lt;h2&gt;Get in Touch&lt;/h2&gt;&lt;p&gt;Contact us to learn more about Iowa and plan your visit.&lt;/p&gt;&lt;img src="https://picsum.photos/seed/contact/800/400" alt="Contact Us"&gt;&lt;/div&gt;&lt;div class="footer"&gt;&lt;p&gt;&amp;copy; 2024 Iowa Website&lt;/p&gt;&lt;/div&gt;&lt;/div&gt;&lt;/body&gt;&lt;/html&gt;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