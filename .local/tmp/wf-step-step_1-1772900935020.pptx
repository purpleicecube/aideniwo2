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Draft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STEP: Draft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Description: Write concise, compelling copy for the two pages (mission, key features, value proposition) in a tone that matches Apple’s branding.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Goal: Create a Steve Jobs ish Document 2-Pages only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Instructions: Write concise, compelling copy for the two pages (mission, key features, value proposition) in a tone that matches Apple’s branding.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Available Tools: Brand Guidelines, Doc Coauthoring, Frontend Design, Web Artifacts Builder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standard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"Draft Content" has been completed successfully. All actions were performed according to standard operating procedures for standard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2026-03-07T16:28:55.933Z_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