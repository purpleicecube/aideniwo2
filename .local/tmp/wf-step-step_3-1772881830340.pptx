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Layout (Apple style)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Design Layout (Apple style)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the visual layout using the Canvas Design skill, focusing on clean typography, ample whitespace, and elegant imagery. Apply Apple‑inc design principles for an attractive, minimalist look.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2‑page, Apple‑style PDF introducing Aiden IWO with high‑impact, Steve‑Jobs‑level design simplicity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the visual layout using the Canvas Design skill, focusing on clean typography, ample whitespace, and elegant imagery. Apply Apple‑inc design principles for an attractive, minimalist look.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Previous Step Results: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[step_1]: ## Final Outline for 2‑Page Apple‑Style PDF – Aiden IWO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Page 1 – Cover / Hero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| Section | Content (minimal copy) | Visual / Layout Notes |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|---------|------------------------|----------------------|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| Headline | “AI, Simplified.” | Large, bold type (Poppins/Arial), centered, ample white‑space. |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| Sub‑headline / Positioning | “Aiden IWO is the iPhone of AI orchestration – powerful, elegant, and unbelievably simple.” | Slightly smaller (Lora/Georgia), placed directly under the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[step_2]: ## Page 1 – Cover / Hero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AI, Simplified.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 / Positioning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“Aiden IWO is the iPhone of AI orchestration – powerful, elegant, and unbelievably simple.”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/ Tagline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One tool. One vision. One future.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Page 2 –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Think Different. Orchestrate Better.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Aiden IWO unifies every AI model, workflow, and data source into a single, intuitive canvas. No code, no chaos—just clarity.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Features that Speak for Themselves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**Instant integratio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Brand Guidelines, Canvas Design, Skill Creator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"Design Layout (Apple style)"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2026-03-07T11:10:31.730Z_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