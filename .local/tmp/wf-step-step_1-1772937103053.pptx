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Define content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023360"/>
            <a:ext cx="3962095" cy="508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WORKFLOW STEP: Define content outline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Description: Create a concise outline of the welcome content for both the deck and the site (key messages, sections, visuals).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Workflow Goal: Produce a 5‑slide professional PPTX deck and a 5‑page Apple‑style HTML site (codename Iowa) and publish a sandbox preview for review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Instructions: Create a concise outline of the welcome content for both the deck and the site (key messages, sections, visuals).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Available Tools: Canvas Design, Doc Coauthoring, Pptx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Execution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This work order was processed by Aiden's PocketFlow engine using the hardcoded policy engine (LLM not enabled). The order passed Tier 1 policy validation and was executed by the assigned sub-agent.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Actions Taken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1. Schema Validation — Work order schema validated against standard requirements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2. Policy Check — Priority "medium" cleared all policy gates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3. Execution — Work order executed by handler with standard procedures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4. Verification — Output verified and marked as complete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 order "Define content outline" has been completed successfully. All actions were performed according to standard operating procedures for standard work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Enable LLM integration in Settings to get AI-generated deliverables with full context-aware content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Review execution logs for detailed step-by-step timeline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_Generated by Aiden PocketFlow (fallback mode) on 2026-03-08T02:31:52.799Z_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