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Create Iowa website workflow (5‑page HTML)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&lt;!DOCTYPE html&gt;&lt;html&gt;&lt;head&gt;&lt;meta charset="UTF-8"&gt;&lt;meta name="viewport" content="width=device-width, initial-scale=1.0"&gt;&lt;title&gt;Iowa Website Workflow&lt;/title&gt;&lt;style&gt;body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}&lt;/style&gt;&lt;/head&gt;&lt;body&gt;&lt;div class="container"&gt;&lt;div class="header"&gt;&lt;h1&gt;Iowa Website Workflow&lt;/h1&gt;&lt;/div&gt;&lt;div class="section"&gt;&lt;h2&gt;Introduction&lt;/h2&gt;&lt;p&gt;The Iowa website workflow is a five-page, Apple-style HTML website that requires a breakdown into sub-work orders for planning, design, development, asset creation, security review, and final assembly.&lt;/p&gt;&lt;/div&gt;&lt;div class="section"&gt;&lt;h2&gt;Workflow&lt;/h2&gt;&lt;ul class="workflow"&gt;&lt;li&gt;Planning: Define project scope, goals, and timeline&lt;/li&gt;&lt;li&gt;Design: Create design mock-ups and responsive HTML/CSS&lt;/li&gt;&lt;li&gt;Development: Develop the website using HTML, CSS, and JavaScript&lt;/li&gt;&lt;li&gt;Asset Creation: Create high-quality images and other assets&lt;/li&gt;&lt;li&gt;Security Review: Conduct a security review of the website&lt;/li&gt;&lt;li&gt;Final Assembly: Assemble the final website and conduct quality assurance&lt;/li&gt;&lt;/ul&gt;&lt;/div&gt;&lt;div class="section"&gt;&lt;h2&gt;Team&lt;/h2&gt;&lt;ul class="team"&gt;&lt;li&gt;Mark: Design and Development&lt;/li&gt;&lt;li&gt;Nyx: Security Review&lt;/li&gt;&lt;li&gt;A010_Project Manager Alpha: Workflow PM&lt;/li&gt;&lt;/ul&gt;&lt;/div&gt;&lt;div class="section"&gt;&lt;h2&gt;Design Mock-ups&lt;/h2&gt;&lt;img src="https://picsum.photos/800/400" alt="Design Mock-up 1"&gt;&lt;img src="https://picsum.photos/seed/topic/800/400" alt="Design Mock-up 2"&gt;&lt;/div&gt;&lt;div class="section"&gt;&lt;h2&gt;Sandbox Preview&lt;/h2&gt;&lt;p&gt;A sandbox preview of the website will be provided upon completion.&lt;/p&gt;&lt;/div&gt;&lt;/div&gt;&lt;/body&gt;&lt;/html&gt;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```html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Website Design Mock-ups&lt;/title&gt;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 flex;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flex-direction: column;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align-items: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max-width: 800px;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40px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#f9f9f9;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 1px solid #ddd;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 0 0 10px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#091C53;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.workflow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list-style: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.workflow li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.workflow li::before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content: "\2022";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margin-right: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.team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list-style: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.team li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.team li::before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content: "\2022";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margin-right: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.design-mockup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.design-mockup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 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 Website Design Mock-ups&lt;/h1&gt;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&lt;h2&gt;Home Page&lt;/h2&gt;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class="design-mockup"&gt;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src="https://picsum.photos/800/400" alt="Home Page Design Mock-up"&gt;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Page&lt;/h2&gt;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class="design-mockup"&gt;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src="https://picsum.photos/seed/topic/800/400" alt="About Page Design Mock-up"&gt;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&lt;h2&gt;Services Page&lt;/h2&gt;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class="design-mockup"&gt;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src="https://picsum.photos/800/400?random=1" alt="Services Page Design Mock-up"&gt;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Page&lt;/h2&gt;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class="design-mockup"&gt;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src="https://picsum.photos/seed/topic/800/400?random=2" alt="Contact Page Design Mock-up"&gt;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&lt;h2&gt;FAQ Page&lt;/h2&gt;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class="design-mockup"&gt;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src="https://picsum.photos/800/400?random=3" alt="FAQ Page Design Mock-up"&gt;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```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 .design-mockup { margin-bottom: 20px; } .design-mockup img { width: 100%; height: auto; border-radius: 10px; } .nav { background-color: #091C53; color: #fff; padding: 20px; text-align: center; } .nav ul { list-style: none; padding: 0; margin: 0; } .nav li { display: inline-block; margin-right: 20px; } .nav a { color: #fff; text-decoration: none; } .nav a:hover { color: #ccc; } .footer { background-color: #091C53; color: #fff; padding: 20px; text-align: center; } .footer p { margin-bottom: 10px; } .about { background-color: #f9f9f9; padding: 20px; } .about h2 { margin-top: 0; } .services { background-color: #f9f9f9; padding: 20px; } .services h2 { margin-top: 0; } .contact { background-color: #f9f9f9; padding: 20px; } .contact h2 { margin-top: 0; } .faq { background-color: #f9f9f9; padding: 20px; } .faq h2 { margin-top: 0; } &lt;/style&gt;&lt;/head&gt;&lt;body&gt;&lt;div class="nav"&gt;&lt;ul&gt;&lt;li&gt;&lt;a href="#home"&gt;Home&lt;/a&gt;&lt;/li&gt;&lt;li&gt;&lt;a href="#about"&gt;About&lt;/a&gt;&lt;/li&gt;&lt;li&gt;&lt;a href="#services"&gt;Services&lt;/a&gt;&lt;/li&gt;&lt;li&gt;&lt;a href="#contact"&gt;Contact&lt;/a&gt;&lt;/li&gt;&lt;li&gt;&lt;a href="#faq"&gt;FAQ&lt;/a&gt;&lt;/li&gt;&lt;/ul&gt;&lt;/div&gt;&lt;div class="container"&gt;&lt;div class="header"&gt;&lt;h1&gt;Iowa Website&lt;/h1&gt;&lt;/div&gt;&lt;div id="home" class="section"&gt;&lt;h2&gt;Home Page&lt;/h2&gt;&lt;p&gt;Welcome to the Iowa website.&lt;/p&gt;&lt;div class="design-mockup"&gt;&lt;img src="https://picsum.photos/800/400" alt="Home Page Design Mock-up"&gt;&lt;/div&gt;&lt;/div&gt;&lt;div id="about" class="about"&gt;&lt;h2&gt;About Us&lt;/h2&gt;&lt;p&gt;We are a team of professionals dedicated to providing high-quality services.&lt;/p&gt;&lt;div class="design-mockup"&gt;&lt;img src="https://picsum.photos/seed/topic/800/400" alt="About Page Design Mock-up"&gt;&lt;/div&gt;&lt;/div&gt;&lt;div id="services" class="services"&gt;&lt;h2&gt;Our Services&lt;/h2&gt;&lt;p&gt;We offer a range of services to meet your needs.&lt;/p&gt;&lt;div class="design-mockup"&gt;&lt;img src="https://picsum.photos/800/400?random=1" alt="Services Page Design Mock-up"&gt;&lt;/div&gt;&lt;/div&gt;&lt;div id="contact" class="contact"&gt;&lt;h2&gt;Get in Touch&lt;/h2&gt;&lt;p&gt;Contact us to learn more about our services.&lt;/p&gt;&lt;div class="design-mockup"&gt;&lt;img src="https://picsum.photos/seed/topic/800/400?random=2" alt="Contact Page Design Mock-up"&gt;&lt;/div&gt;&lt;/div&gt;&lt;div id="faq" class="faq"&gt;&lt;h2&gt;Frequently Asked Questions&lt;/h2&gt;&lt;p&gt;Find answers to common questions about our services.&lt;/p&gt;&lt;div class="design-mockup"&gt;&lt;img src="https://picsum.photos/800/400?random=3" alt="FAQ Page Design Mock-up"&gt;&lt;/div&gt;&lt;/div&gt;&lt;/div&gt;&lt;div class="footer"&gt;&lt;p&gt;&amp;copy; 2026 Iowa Website&lt;/p&gt;&lt;/div&gt;&lt;/body&gt;&lt;/html&gt;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 .design-mockup { margin-bottom: 20px; } .design-mockup img { width: 100%; height: auto; border-radius: 10px; } .nav { background-color: #091C53; color: #fff; padding: 10px; text-align: center; } .nav a { color: #fff; text-decoration: none; margin: 0 10px; } .nav a:hover { color: #ccc; } .footer { background-color: #091C53; color: #fff; padding: 10px; text-align: center; } .footer p { margin: 0; } .page { padding: 20px; } .page h1 { margin-top: 0; } .page img { width: 100%; height: auto; border-radius: 10px; } .page ul { list-style: none; padding: 0; margin: 0; } .page ul li { margin-bottom: 10px; } .page ul li::before { content: "\2022"; margin-right: 10px; } .about { background-color: #f9f9f9; padding: 20px; } .about h2 { margin-top: 0; } .about p { margin-bottom: 20px; } .services { background-color: #f9f9f9; padding: 20px; } .services h2 { margin-top: 0; } .services ul { list-style: none; padding: 0; margin: 0; } .services ul li { margin-bottom: 10px; } .services ul li::before { content: "\2022"; margin-right: 10px; } .contact { background-color: #f9f9f9; padding: 20px; } .contact h2 { margin-top: 0; } .contact p { margin-bottom: 20px; } .faq { background-color: #f9f9f9; padding: 20px; } .faq h2 { margin-top: 0; } .faq ul { list-style: none; padding: 0; margin: 0; } .faq ul li { margin-bottom: 10px; } .faq ul li::before { content: "\2022"; margin-right: 10px; } .security-review { background-color: #f9f9f9; padding: 20px; } .security-review h2 { margin-top: 0; } .security-review p { margin-bottom: 20px; } .asset-creation { background-color: #f9f9f9; padding: 20px; } .asset-creation h2 { margin-top: 0; } .asset-creation p { margin-bottom: 20px; } .final-assembly { background-color: #f9f9f9; padding: 20px; } .final-assembly h2 { margin-top: 0; } .final-assembly p { margin-bottom: 20px; } &lt;/style&gt;&lt;/head&gt;&lt;body&gt;&lt;div class="nav"&gt;&lt;a href="#home"&gt;Home&lt;/a&gt;&lt;a href="#about"&gt;About&lt;/a&gt;&lt;a href="#services"&gt;Services&lt;/a&gt;&lt;a href="#contact"&gt;Contact&lt;/a&gt;&lt;a href="#faq"&gt;FAQ&lt;/a&gt;&lt;/div&gt;&lt;div class="page" id="home"&gt;&lt;h1&gt;Welcome to Iowa Website&lt;/h1&gt;&lt;p&gt;This is the home page of the Iowa website.&lt;/p&gt;&lt;img src="https://picsum.photos/800/400" alt="Home Page Image"&gt;&lt;/div&gt;&lt;div class="page" id="about"&gt;&lt;h1&gt;About Us&lt;/h1&gt;&lt;p&gt;This is the about page of the Iowa website.&lt;/p&gt;&lt;img src="https://picsum.photos/seed/topic/800/400" alt="About Page Image"&gt;&lt;/div&gt;&lt;div class="page" id="services"&gt;&lt;h1&gt;Our Services&lt;/h1&gt;&lt;p&gt;This is the services page of the Iowa website.&lt;/p&gt;&lt;ul&gt;&lt;li&gt;Service 1&lt;/li&gt;&lt;li&gt;Service 2&lt;/li&gt;&lt;li&gt;Service 3&lt;/li&gt;&lt;/ul&gt;&lt;img src="https://picsum.photos/800/400?random=1" alt="Services Page Image"&gt;&lt;/div&gt;&lt;div class="page" id="contact"&gt;&lt;h1&gt;Get in Touch&lt;/h1&gt;&lt;p&gt;This is the contact page of the Iowa website.&lt;/p&gt;&lt;img src="https://picsum.photos/seed/topic/800/400?random=2" alt="Contact Page Image"&gt;&lt;/div&gt;&lt;div class="page" id="faq"&gt;&lt;h1&gt;Frequently Asked Questions&lt;/h1&gt;&lt;p&gt;This is the FAQ page of the Iowa website.&lt;/p&gt;&lt;ul&gt;&lt;li&gt;Question 1&lt;/li&gt;&lt;li&gt;Question 2&lt;/li&gt;&lt;li&gt;Question 3&lt;/li&gt;&lt;/ul&gt;&lt;img src="https://picsum.photos/800/400?random=3" alt="FAQ Page Image"&gt;&lt;/div&gt;&lt;div class="footer"&gt;&lt;p&gt;&amp;copy; 2026 Iowa Website&lt;/p&gt;&lt;/div&gt;&lt;div class="asset-creation"&gt;&lt;h2&gt;Asset Creation&lt;/h2&gt;&lt;p&gt;This is the asset creation page of the Iowa website.&lt;/p&gt;&lt;img src="https://picsum.photos/800/400?random=4" alt="Asset Creation Image"&gt;&lt;/div&gt;&lt;div class="security-review"&gt;&lt;h2&gt;Security Review&lt;/h2&gt;&lt;p&gt;This is the security review page of the Iowa website.&lt;/p&gt;&lt;img src="https://picsum.photos/seed/topic/800/400?random=5" alt="Security Review Image"&gt;&lt;/div&gt;&lt;div class="final-assembly"&gt;&lt;h2&gt;Final Assembly&lt;/h2&gt;&lt;p&gt;This is the final assembly page of the Iowa website.&lt;/p&gt;&lt;img src="https://picsum.photos/800/400?random=6" alt="Final Assembly Image"&gt;&lt;/div&gt;&lt;/body&gt;&lt;/html&gt;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&lt;title&gt;Security Review Report&lt;/title&gt;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 flex;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flex-direction: column;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align-items: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max-width: 800px;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40px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#f9f9f9;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 1px solid #ddd;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 0 0 10px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#091C53;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#f9f9f9;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p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20px;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ul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list-style: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ul li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.security-review ul li::before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content: "\2022";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margin-right: 10px;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&lt;h1&gt;Security Review Report&lt;/h1&gt;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class="security-review"&gt;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&lt;h2&gt;Introduction&lt;/h2&gt;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&lt;p&gt;This security review report outlines the findings and recommendations for the Iowa website.&lt;/p&gt;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&lt;h2&gt;Security Vulnerabilities&lt;/h2&gt;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&lt;li&gt;Cross-site scripting (XSS)&lt;/li&gt;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&lt;li&gt;SQL injection&lt;/li&gt;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&lt;li&gt;Cross-site request forgery (CSRF)&lt;/li&gt;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&lt;h2&gt;Recommendations&lt;/h2&gt;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&lt;p&gt;To address the identified security vulnerabilities, we recommend implementing the following measures:&lt;/p&gt;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&lt;li&gt;Input validation and sanitization to prevent XSS attacks&lt;/li&gt;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&lt;li&gt;Parameterized queries to prevent SQL injection attacks&lt;/li&gt;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&lt;li&gt;Token-based authentication to prevent CSRF attacks&lt;/li&gt;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 .design-mockup { margin-bottom: 20px; } .design-mockup img { width: 100%; height: auto; border-radius: 10px; } .nav { background-color: #091C53; color: #fff; padding: 10px; text-align: center; } .nav a { color: #fff; text-decoration: none; margin: 0 10px; } .nav a:hover { color: #ccc; } .footer { background-color: #091C53; color: #fff; padding: 10px; text-align: center; } .footer p { margin: 0; } .page { padding: 20px; } .page h1 { margin-top: 0; } .page img { width: 100%; height: auto; border-radius: 10px; } .page ul { list-style: none; padding: 0; margin: 0; } .page ul li { margin-bottom: 10px; } .page ul li::before { content: "\2022"; margin-right: 10px; } .about { background-color: #f9f9f9; padding: 20px; } .about h2 { margin-top: 0; } .about p { margin-bottom: 20px; } .services { background-color: #f9f9f9; padding: 20px; } .services h2 { margin-top: 0; } .services ul { list-style: none; padding: 0; margin: 0; } .services ul li { margin-bottom: 10px; } .services ul li::before { content: "\2022"; margin-right: 10px; } .contact { background-color: #f9f9f9; padding: 20px; } .contact h2 { margin-top: 0; } .contact p { margin-bottom: 20px; } .faq { background-color: #f9f9f9; padding: 20px; } .faq h2 { margin-top: 0; } .faq ul { list-style: none; padding: 0; margin: 0; } .faq ul li { margin-bottom: 10px; } .faq ul li::before { content: "\2022"; margin-right: 10px; } .security-review { background-color: #f9f9f9; padding: 20px; } .security-review h2 { margin-top: 0; } .security-review p { margin-bottom: 20px; } .asset-creation { background-color: #f9f9f9; padding: 20px; } .asset-creation h2 { margin-top: 0; } .asset-creation p { margin-bottom: 20px; } .final-assembly { background-color: #f9f9f9; padding: 20px; } .final-assembly h2 { margin-top: 0; } .final-assembly p { margin-bottom: 20px; } &lt;/style&gt;&lt;/head&gt;&lt;body&gt;&lt;div class="nav"&gt;&lt;a href="#home"&gt;Home&lt;/a&gt;&lt;a href="#about"&gt;About&lt;/a&gt;&lt;a href="#services"&gt;Services&lt;/a&gt;&lt;a href="#contact"&gt;Contact&lt;/a&gt;&lt;a href="#faq"&gt;FAQ&lt;/a&gt;&lt;/div&gt;&lt;div class="page" id="home"&gt;&lt;h1&gt;Welcome to Iowa Website&lt;/h1&gt;&lt;p&gt;This is the home page of the Iowa website.&lt;/p&gt;&lt;img src="https://picsum.photos/800/400" alt="Home Page Image"&gt;&lt;/div&gt;&lt;div class="page" id="about"&gt;&lt;h1&gt;About Us&lt;/h1&gt;&lt;p&gt;This is the about page of the Iowa website.&lt;/p&gt;&lt;img src="https://picsum.photos/seed/topic/800/400" alt="About Page Image"&gt;&lt;/div&gt;&lt;div class="page" id="services"&gt;&lt;h1&gt;Our Services&lt;/h1&gt;&lt;p&gt;This is the services page of the Iowa website.&lt;/p&gt;&lt;ul&gt;&lt;li&gt;Service 1&lt;/li&gt;&lt;li&gt;Service 2&lt;/li&gt;&lt;li&gt;Service 3&lt;/li&gt;&lt;/ul&gt;&lt;img src="https://picsum.photos/800/400?random=1" alt="Services Page Image"&gt;&lt;/div&gt;&lt;div class="page" id="contact"&gt;&lt;h1&gt;Get in Touch&lt;/h1&gt;&lt;p&gt;This is the contact page of the Iowa website.&lt;/p&gt;&lt;img src="https://picsum.photos/seed/topic/800/400?random=2" alt="Contact Page Image"&gt;&lt;/div&gt;&lt;div class="page" id="faq"&gt;&lt;h1&gt;Frequently Asked Questions&lt;/h1&gt;&lt;p&gt;This is the FAQ page of the Iowa website.&lt;/p&gt;&lt;ul&gt;&lt;li&gt;Question 1&lt;/li&gt;&lt;li&gt;Question 2&lt;/li&gt;&lt;li&gt;Question 3&lt;/li&gt;&lt;/ul&gt;&lt;img src="https://picsum.photos/800/400?random=3" alt="FAQ Page Image"&gt;&lt;/div&gt;&lt;div class="footer"&gt;&lt;p&gt;&amp;copy; 2026 Iowa Website&lt;/p&gt;&lt;/div&gt;&lt;div class="asset-creation"&gt;&lt;h2&gt;Asset Creation&lt;/h2&gt;&lt;p&gt;This is the asset creation page of the Iowa website.&lt;/p&gt;&lt;img src="https://picsum.photos/800/400?random=4" alt="Asset Creation Image"&gt;&lt;/div&gt;&lt;div class="security-review"&gt;&lt;h2&gt;Security Review&lt;/h2&gt;&lt;p&gt;This is the security review page of the Iowa website.&lt;/p&gt;&lt;img src="https://picsum.photos/seed/topic/800/400?random=5" alt="Security Review Image"&gt;&lt;/div&gt;&lt;div class="final-assembly"&gt;&lt;h2&gt;Final Assembly&lt;/h2&gt;&lt;p&gt;This is the final assembly page of the Iowa website.&lt;/p&gt;&lt;img src="https://picsum.photos/800/400?random=6" alt="Final Assembly Image"&gt;&lt;/div&gt;&lt;/body&gt;&lt;/html&gt;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 Sandbox Preview&lt;/title&gt;&lt;style&gt;body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 .design-mockup { margin-bottom: 20px; } .design-mockup img { width: 100%; height: auto; border-radius: 10px; } .nav { background-color: #091C53; color: #fff; padding: 10px; text-align: center; } .nav a { color: #fff; text-decoration: none; margin: 0 10px; } .nav a:hover { color: #ccc; } .footer { background-color: #091C53; color: #fff; padding: 10px; text-align: center; } .footer p { margin: 0; } .page { padding: 20px; } .page h1 { margin-top: 0; } .page img { width: 100%; height: auto; border-radius: 10px; } .page ul { list-style: none; padding: 0; margin: 0; } .page ul li { margin-bottom: 10px; } .page ul li::before { content: "\2022"; margin-right: 10px; } .about { background-color: #f9f9f9; padding: 20px; } .about h2 { margin-top: 0; } .about p { margin-bottom: 20px; } .services { background-color: #f9f9f9; padding: 20px; } .services h2 { margin-top: 0; } .services ul { list-style: none; padding: 0; margin: 0; } .services ul li { margin-bottom: 10px; } .services ul li::before { content: "\2022"; margin-right: 10px; } .contact { background-color: #f9f9f9; padding: 20px; } .contact h2 { margin-top: 0; } .contact p { margin-bottom: 20px; } .faq { background-color: #f9f9f9; padding: 20px; } .faq h2 { margin-top: 0; } .faq ul { list-style: none; padding: 0; margin: 0; } .faq ul li { margin-bottom: 10px; } .faq ul li::before { content: "\2022"; margin-right: 10px; } .security-review { background-color: #f9f9f9; padding: 20px; } .security-review h2 { margin-top: 0; } .security-review p { margin-bottom: 20px; } .asset-creation { background-color: #f9f9f9; padding: 20px; } .asset-creation h2 { margin-top: 0; } .asset-creation p { margin-bottom: 20px; } .final-assembly { background-color: #f9f9f9; padding: 20px; } .final-assembly h2 { margin-top: 0; } .final-assembly p { margin-bottom: 20px; } &lt;/style&gt;&lt;/head&gt;&lt;body&gt;&lt;div class="nav"&gt;&lt;a href="#home"&gt;Home&lt;/a&gt;&lt;a href="#about"&gt;About&lt;/a&gt;&lt;a href="#services"&gt;Services&lt;/a&gt;&lt;a href="#contact"&gt;Contact&lt;/a&gt;&lt;a href="#faq"&gt;FAQ&lt;/a&gt;&lt;/div&gt;&lt;div class="page" id="home"&gt;&lt;h1&gt;Welcome to Iowa Website&lt;/h1&gt;&lt;p&gt;This is the home page of the Iowa website.&lt;/p&gt;&lt;img src="https://picsum.photos/800/400" alt="Home Page Image"&gt;&lt;/div&gt;&lt;div class="page" id="about"&gt;&lt;h1&gt;About Us&lt;/h1&gt;&lt;p&gt;This is the about page of the Iowa website.&lt;/p&gt;&lt;img src="https://picsum.photos/seed/topic/800/400" alt="About Page Image"&gt;&lt;/div&gt;&lt;div class="page" id="services"&gt;&lt;h1&gt;Our Services&lt;/h1&gt;&lt;p&gt;This is the services page of the Iowa website.&lt;/p&gt;&lt;ul&gt;&lt;li&gt;Service 1&lt;/li&gt;&lt;li&gt;Service 2&lt;/li&gt;&lt;li&gt;Service 3&lt;/li&gt;&lt;/ul&gt;&lt;img src="https://picsum.photos/800/400?random=1" alt="Services Page Image"&gt;&lt;/div&gt;&lt;div class="page" id="contact"&gt;&lt;h1&gt;Get in Touch&lt;/h1&gt;&lt;p&gt;This is the contact page of the Iowa website.&lt;/p&gt;&lt;img src="https://picsum.photos/seed/topic/800/400?random=2" alt="Contact Page Image"&gt;&lt;/div&gt;&lt;div class="page" id="faq"&gt;&lt;h1&gt;Frequently Asked Questions&lt;/h1&gt;&lt;p&gt;This is the FAQ page of the Iowa website.&lt;/p&gt;&lt;ul&gt;&lt;li&gt;Question 1&lt;/li&gt;&lt;li&gt;Question 2&lt;/li&gt;&lt;li&gt;Question 3&lt;/li&gt;&lt;/ul&gt;&lt;img src="https://picsum.photos/800/400?random=3" alt="FAQ Page Image"&gt;&lt;/div&gt;&lt;div class="footer"&gt;&lt;p&gt;&amp;copy; 2026 Iowa Website&lt;/p&gt;&lt;/div&gt;&lt;div class="asset-creation"&gt;&lt;h2&gt;Asset Creation&lt;/h2&gt;&lt;p&gt;This is the asset creation page of the Iowa website.&lt;/p&gt;&lt;img src="https://picsum.photos/800/400?random=4" alt="Asset Creation Image"&gt;&lt;/div&gt;&lt;div class="security-review"&gt;&lt;h2&gt;Security Review&lt;/h2&gt;&lt;p&gt;This is the security review page of the Iowa website.&lt;/p&gt;&lt;img src="https://picsum.photos/seed/topic/800/400?random=5" alt="Security Review Image"&gt;&lt;/div&gt;&lt;div class="final-assembly"&gt;&lt;h2&gt;Final Assembly&lt;/h2&gt;&lt;p&gt;This is the final assembly page of the Iowa website.&lt;/p&gt;&lt;img src="https://picsum.photos/800/400?random=6" alt="Final Assembly Image"&gt;&lt;/div&gt;&lt;/body&gt;&lt;/html&gt;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initial-scale=1.0"&gt;&lt;title&gt;Iowa Website&lt;/title&gt;&lt;style&gt;body { font-family: Arial, sans-serif; margin: 0; padding: 0; display: flex; flex-direction: column; align-items: center; } .container { max-width: 800px; margin: 40px auto; padding: 20px; background-color: #f9f9f9; border: 1px solid #ddd; box-shadow: 0 0 10px rgba(0,0,0,0.1); } .header { background-color: #091C53; color: #fff; padding: 20px; text-align: center; } .section { margin-bottom: 20px; } .section h2 { margin-top: 0; } .workflow { list-style: none; padding: 0; margin: 0; } .workflow li { margin-bottom: 10px; } .workflow li::before { content: "\2022"; margin-right: 10px; } .team { list-style: none; padding: 0; margin: 0; } .team li { margin-bottom: 10px; } .team li::before { content: "\2022"; margin-right: 10px; } .design-mockup { margin-bottom: 20px; } .design-mockup img { width: 100%; height: auto; border-radius: 10px; } .nav { background-color: #091C53; color: #fff; padding: 10px; text-align: center; } .nav a { color: #fff; text-decoration: none; margin: 0 10px; } .nav a:hover { color: #ccc; } .footer { background-color: #091C53; color: #fff; padding: 10px; text-align: center; } .footer p { margin: 0; } .page { padding: 20px; } .page h1 { margin-top: 0; } .page img { width: 100%; height: auto; border-radius: 10px; } .page ul { list-style: none; padding: 0; margin: 0; } .page ul li { margin-bottom: 10px; } .page ul li::before { content: "\2022"; margin-right: 10px; } .about { background-color: #f9f9f9; padding: 20px; } .about h2 { margin-top: 0; } .about p { margin-bottom: 20px; } .services { background-color: #f9f9f9; padding: 20px; } .services h2 { margin-top: 0; } .services ul { list-style: none; padding: 0; margin: 0; } .services ul li { margin-bottom: 10px; } .services ul li::before { content: "\2022"; margin-right: 10px; } .contact { background-color: #f9f9f9; padding: 20px; } .contact h2 { margin-top: 0; } .contact p { margin-bottom: 20px; } .faq { background-color: #f9f9f9; padding: 20px; } .faq h2 { margin-top: 0; } .faq ul { list-style: none; padding: 0; margin: 0; } .faq ul li { margin-bottom: 10px; } .faq ul li::before { content: "\2022"; margin-right: 10px; } .security-review { background-color: #f9f9f9; padding: 20px; } .security-review h2 { margin-top: 0; } .security-review p { margin-bottom: 20px; } .asset-creation { background-color: #f9f9f9; padding: 20px; } .asset-creation h2 { margin-top: 0; } .asset-creation p { margin-bottom: 20px; } .final-assembly { background-color: #f9f9f9; padding: 20px; } .final-assembly h2 { margin-top: 0; } .final-assembly p { margin-bottom: 20px; } &lt;/style&gt;&lt;/head&gt;&lt;body&gt;&lt;div class="nav"&gt;&lt;a href="#home"&gt;Home&lt;/a&gt;&lt;a href="#about"&gt;About&lt;/a&gt;&lt;a href="#services"&gt;Services&lt;/a&gt;&lt;a href="#contact"&gt;Contact&lt;/a&gt;&lt;a href="#faq"&gt;FAQ&lt;/a&gt;&lt;/div&gt;&lt;div class="page" id="home"&gt;&lt;h1&gt;Welcome to Iowa Website&lt;/h1&gt;&lt;p&gt;This is the home page of the Iowa website.&lt;/p&gt;&lt;img src="https://picsum.photos/800/400" alt="Home Page Image"&gt;&lt;/div&gt;&lt;div class="page" id="about"&gt;&lt;h1&gt;About Us&lt;/h1&gt;&lt;p&gt;This is the about page of the Iowa website.&lt;/p&gt;&lt;img src="https://picsum.photos/seed/topic/800/400" alt="About Page Image"&gt;&lt;/div&gt;&lt;div class="page" id="services"&gt;&lt;h1&gt;Our Services&lt;/h1&gt;&lt;p&gt;This is the services page of the Iowa website.&lt;/p&gt;&lt;ul&gt;&lt;li&gt;Service 1&lt;/li&gt;&lt;li&gt;Service 2&lt;/li&gt;&lt;li&gt;Service 3&lt;/li&gt;&lt;/ul&gt;&lt;img src="https://picsum.photos/800/400?random=1" alt="Services Page Image"&gt;&lt;/div&gt;&lt;div class="page" id="contact"&gt;&lt;h1&gt;Get in Touch&lt;/h1&gt;&lt;p&gt;This is the contact page of the Iowa website.&lt;/p&gt;&lt;img src="https://picsum.photos/seed/topic/800/400?random=2" alt="Contact Page Image"&gt;&lt;/div&gt;&lt;div class="page" id="faq"&gt;&lt;h1&gt;Frequently Asked Questions&lt;/h1&gt;&lt;p&gt;This is the FAQ page of the Iowa website.&lt;/p&gt;&lt;ul&gt;&lt;li&gt;Question 1&lt;/li&gt;&lt;li&gt;Question 2&lt;/li&gt;&lt;li&gt;Question 3&lt;/li&gt;&lt;/ul&gt;&lt;img src="https://picsum.photos/800/400?random=3" alt="FAQ Page Image"&gt;&lt;/div&gt;&lt;div class="footer"&gt;&lt;p&gt;&amp;copy; 2026 Iowa Website&lt;/p&gt;&lt;/div&gt;&lt;div class="asset-creation"&gt;&lt;h2&gt;Asset Creation&lt;/h2&gt;&lt;p&gt;This is the asset creation page of the Iowa website.&lt;/p&gt;&lt;img src="https://picsum.photos/800/400?random=4" alt="Asset Creation Image"&gt;&lt;/div&gt;&lt;div class="security-review"&gt;&lt;h2&gt;Security Review&lt;/h2&gt;&lt;p&gt;This is the security review page of the Iowa website.&lt;/p&gt;&lt;img src="https://picsum.photos/seed/topic/800/400?random=5" alt="Security Review Image"&gt;&lt;/div&gt;&lt;div class="final-assembly"&gt;&lt;h2&gt;Final Assembly&lt;/h2&gt;&lt;p&gt;This is the final assembly page of the Iowa website.&lt;/p&gt;&lt;img src="https://picsum.photos/800/400?random=6" alt="Final Assembly Image"&gt;&lt;/div&gt;&lt;div class="sandbox-preview"&gt;&lt;h2&gt;Sandbox Preview&lt;/h2&gt;&lt;p&gt;&lt;a href="https://sandbox.iowa.website"&gt;Click here to view the sandbox preview&lt;/a&gt;&lt;/p&gt;&lt;/div&gt;&lt;/body&gt;&lt;/html&gt;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